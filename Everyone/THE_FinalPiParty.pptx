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slideLayouts/slideLayout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6.xml" ContentType="application/vnd.openxmlformats-officedocument.presentationml.slideLayout+xml"/>
  <Override PartName="/ppt/slides/slide10.xml" ContentType="application/vnd.openxmlformats-officedocument.presentationml.slid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Layouts/slideLayout12.xml" ContentType="application/vnd.openxmlformats-officedocument.presentationml.slideLayou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1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0" d="6"/>
          <a:sy n="0" d="2"/>
        </p:scale>
        <p:origin x="1107989184" y="0"/>
      </p:cViewPr>
      <p:guideLst>
        <p:guide pos="3840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903249" name="PlaceHolder 1"/>
          <p:cNvSpPr>
            <a:spLocks noGrp="1"/>
          </p:cNvSpPr>
          <p:nvPr>
            <p:ph type="sldImg"/>
          </p:nvPr>
        </p:nvSpPr>
        <p:spPr bwMode="auto"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r" defTabSz="457200">
              <a:tabLst>
                <a:tab pos="0" algn="l"/>
              </a:tabLst>
              <a:defRPr/>
            </a:pPr>
            <a:r>
              <a:rPr lang="en-US" sz="4800" b="0" u="none" strike="noStrike" cap="all">
                <a:solidFill>
                  <a:schemeClr val="lt1"/>
                </a:solidFill>
                <a:latin typeface="Calibri Light"/>
              </a:rPr>
              <a:t>Click to move the slide</a:t>
            </a:r>
            <a:endParaRPr lang="en-US" sz="48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32676276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2987194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6919487" name="PlaceHolder 4"/>
          <p:cNvSpPr>
            <a:spLocks noGrp="1"/>
          </p:cNvSpPr>
          <p:nvPr>
            <p:ph type="dt" idx="52"/>
          </p:nvPr>
        </p:nvSpPr>
        <p:spPr bwMode="auto"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6574810" name="PlaceHolder 5"/>
          <p:cNvSpPr>
            <a:spLocks noGrp="1"/>
          </p:cNvSpPr>
          <p:nvPr>
            <p:ph type="ftr" idx="53"/>
          </p:nvPr>
        </p:nvSpPr>
        <p:spPr bwMode="auto"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3722565" name="PlaceHolder 6"/>
          <p:cNvSpPr>
            <a:spLocks noGrp="1"/>
          </p:cNvSpPr>
          <p:nvPr>
            <p:ph type="sldNum" idx="54"/>
          </p:nvPr>
        </p:nvSpPr>
        <p:spPr bwMode="auto"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A6ECBD4C-6D2D-4A4F-B84A-83D350458DCB}" type="slidenum"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7682679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2170188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762964" name="PlaceHolder 3"/>
          <p:cNvSpPr>
            <a:spLocks noGrp="1"/>
          </p:cNvSpPr>
          <p:nvPr>
            <p:ph type="sldNum" idx="55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2685738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5654856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995923" name="PlaceHolder 3"/>
          <p:cNvSpPr>
            <a:spLocks noGrp="1"/>
          </p:cNvSpPr>
          <p:nvPr>
            <p:ph type="sldNum" idx="56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261257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0286414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441743" name="PlaceHolder 3"/>
          <p:cNvSpPr>
            <a:spLocks noGrp="1"/>
          </p:cNvSpPr>
          <p:nvPr>
            <p:ph type="sldNum" idx="56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791863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75312068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4715620" name="PlaceHolder 3"/>
          <p:cNvSpPr>
            <a:spLocks noGrp="1"/>
          </p:cNvSpPr>
          <p:nvPr>
            <p:ph type="sldNum" idx="56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807000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3121699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6431904" name="PlaceHolder 3"/>
          <p:cNvSpPr>
            <a:spLocks noGrp="1"/>
          </p:cNvSpPr>
          <p:nvPr>
            <p:ph type="sldNum" idx="57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9784622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8197657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8526860" name="PlaceHolder 3"/>
          <p:cNvSpPr>
            <a:spLocks noGrp="1"/>
          </p:cNvSpPr>
          <p:nvPr>
            <p:ph type="sldNum" idx="58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5619026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8552877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1739740" name="PlaceHolder 3"/>
          <p:cNvSpPr>
            <a:spLocks noGrp="1"/>
          </p:cNvSpPr>
          <p:nvPr>
            <p:ph type="sldNum" idx="59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465001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165417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213909" name="PlaceHolder 3"/>
          <p:cNvSpPr>
            <a:spLocks noGrp="1"/>
          </p:cNvSpPr>
          <p:nvPr>
            <p:ph type="sldNum" idx="60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1797355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27185458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1900449" name="PlaceHolder 3"/>
          <p:cNvSpPr>
            <a:spLocks noGrp="1"/>
          </p:cNvSpPr>
          <p:nvPr>
            <p:ph type="sldNum" idx="61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511873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27661249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680472" name="PlaceHolder 3"/>
          <p:cNvSpPr>
            <a:spLocks noGrp="1"/>
          </p:cNvSpPr>
          <p:nvPr>
            <p:ph type="sldNum" idx="62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75336729" name="Picture 6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1846403" name="PlaceHolder 1"/>
          <p:cNvSpPr>
            <a:spLocks noGrp="1"/>
          </p:cNvSpPr>
          <p:nvPr>
            <p:ph type="title"/>
          </p:nvPr>
        </p:nvSpPr>
        <p:spPr bwMode="auto">
          <a:xfrm>
            <a:off x="8658720" y="609480"/>
            <a:ext cx="2157840" cy="518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609795059" name="PlaceHolder 2"/>
          <p:cNvSpPr>
            <a:spLocks noGrp="1"/>
          </p:cNvSpPr>
          <p:nvPr>
            <p:ph type="body"/>
          </p:nvPr>
        </p:nvSpPr>
        <p:spPr bwMode="auto">
          <a:xfrm>
            <a:off x="685800" y="609480"/>
            <a:ext cx="7831440" cy="518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6955062" name="PlaceHolder 3"/>
          <p:cNvSpPr>
            <a:spLocks noGrp="1"/>
          </p:cNvSpPr>
          <p:nvPr>
            <p:ph type="dt" idx="1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9634577" name="PlaceHolder 4"/>
          <p:cNvSpPr>
            <a:spLocks noGrp="1"/>
          </p:cNvSpPr>
          <p:nvPr>
            <p:ph type="ftr" idx="2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7452599" name="PlaceHolder 5"/>
          <p:cNvSpPr>
            <a:spLocks noGrp="1"/>
          </p:cNvSpPr>
          <p:nvPr>
            <p:ph type="sldNum" idx="3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3C8BCA7C-CFB1-422E-8BC1-B68ED4A9ED3F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49770656" name="Picture 6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3684007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468419926" name="PlaceHolder 2"/>
          <p:cNvSpPr>
            <a:spLocks noGrp="1"/>
          </p:cNvSpPr>
          <p:nvPr>
            <p:ph type="body"/>
          </p:nvPr>
        </p:nvSpPr>
        <p:spPr bwMode="auto">
          <a:xfrm>
            <a:off x="685800" y="2142000"/>
            <a:ext cx="10130760" cy="3648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0804100" name="PlaceHolder 3"/>
          <p:cNvSpPr>
            <a:spLocks noGrp="1"/>
          </p:cNvSpPr>
          <p:nvPr>
            <p:ph type="dt" idx="4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860537" name="PlaceHolder 4"/>
          <p:cNvSpPr>
            <a:spLocks noGrp="1"/>
          </p:cNvSpPr>
          <p:nvPr>
            <p:ph type="ftr" idx="5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4542632" name="PlaceHolder 5"/>
          <p:cNvSpPr>
            <a:spLocks noGrp="1"/>
          </p:cNvSpPr>
          <p:nvPr>
            <p:ph type="sldNum" idx="6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A5FB2A6F-7C28-4ADA-A9EE-A2DFE3724969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ection Header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35727645" name="Picture 6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3388138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3308760"/>
            <a:ext cx="10130760" cy="146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40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40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69742601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777560"/>
            <a:ext cx="10130760" cy="85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000" b="0" u="none" strike="noStrike" cap="all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000" b="0" u="none" strike="noStrike" cap="all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000" b="0" u="none" strike="noStrike" cap="all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5062668" name="PlaceHolder 3"/>
          <p:cNvSpPr>
            <a:spLocks noGrp="1"/>
          </p:cNvSpPr>
          <p:nvPr>
            <p:ph type="dt" idx="7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6750100" name="PlaceHolder 4"/>
          <p:cNvSpPr>
            <a:spLocks noGrp="1"/>
          </p:cNvSpPr>
          <p:nvPr>
            <p:ph type="ftr" idx="8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1894792" name="PlaceHolder 5"/>
          <p:cNvSpPr>
            <a:spLocks noGrp="1"/>
          </p:cNvSpPr>
          <p:nvPr>
            <p:ph type="sldNum" idx="9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7CFCD5CA-5B01-4A21-A9C5-0CCAA0B61694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98364931" name="Picture 7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7197048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708817029" name="PlaceHolder 2"/>
          <p:cNvSpPr>
            <a:spLocks noGrp="1"/>
          </p:cNvSpPr>
          <p:nvPr>
            <p:ph type="body"/>
          </p:nvPr>
        </p:nvSpPr>
        <p:spPr bwMode="auto">
          <a:xfrm>
            <a:off x="685800" y="2142000"/>
            <a:ext cx="4994640" cy="3648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9600860" name="PlaceHolder 3"/>
          <p:cNvSpPr>
            <a:spLocks noGrp="1"/>
          </p:cNvSpPr>
          <p:nvPr>
            <p:ph type="body"/>
          </p:nvPr>
        </p:nvSpPr>
        <p:spPr bwMode="auto">
          <a:xfrm>
            <a:off x="5821920" y="2142000"/>
            <a:ext cx="4994640" cy="3648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219471" name="PlaceHolder 4"/>
          <p:cNvSpPr>
            <a:spLocks noGrp="1"/>
          </p:cNvSpPr>
          <p:nvPr>
            <p:ph type="dt" idx="10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40621278" name="PlaceHolder 5"/>
          <p:cNvSpPr>
            <a:spLocks noGrp="1"/>
          </p:cNvSpPr>
          <p:nvPr>
            <p:ph type="ftr" idx="11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1499298" name="PlaceHolder 6"/>
          <p:cNvSpPr>
            <a:spLocks noGrp="1"/>
          </p:cNvSpPr>
          <p:nvPr>
            <p:ph type="sldNum" idx="12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D470ABAD-6B43-485E-9AFF-40F9D59A52DF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mparis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864062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286662218" name="PlaceHolder 2"/>
          <p:cNvSpPr>
            <a:spLocks noGrp="1"/>
          </p:cNvSpPr>
          <p:nvPr>
            <p:ph type="body"/>
          </p:nvPr>
        </p:nvSpPr>
        <p:spPr bwMode="auto">
          <a:xfrm>
            <a:off x="973800" y="2218320"/>
            <a:ext cx="4708440" cy="575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6186303" name="PlaceHolder 3"/>
          <p:cNvSpPr>
            <a:spLocks noGrp="1"/>
          </p:cNvSpPr>
          <p:nvPr>
            <p:ph type="body"/>
          </p:nvPr>
        </p:nvSpPr>
        <p:spPr bwMode="auto">
          <a:xfrm>
            <a:off x="685800" y="2870280"/>
            <a:ext cx="4996080" cy="2920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992920" name="PlaceHolder 4"/>
          <p:cNvSpPr>
            <a:spLocks noGrp="1"/>
          </p:cNvSpPr>
          <p:nvPr>
            <p:ph type="body"/>
          </p:nvPr>
        </p:nvSpPr>
        <p:spPr bwMode="auto">
          <a:xfrm>
            <a:off x="6095880" y="2226600"/>
            <a:ext cx="4722120" cy="575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2904532" name="PlaceHolder 5"/>
          <p:cNvSpPr>
            <a:spLocks noGrp="1"/>
          </p:cNvSpPr>
          <p:nvPr>
            <p:ph type="body"/>
          </p:nvPr>
        </p:nvSpPr>
        <p:spPr bwMode="auto">
          <a:xfrm>
            <a:off x="5823360" y="2870280"/>
            <a:ext cx="4994640" cy="2920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1311261" name="PlaceHolder 6"/>
          <p:cNvSpPr>
            <a:spLocks noGrp="1"/>
          </p:cNvSpPr>
          <p:nvPr>
            <p:ph type="dt" idx="13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4307306" name="PlaceHolder 7"/>
          <p:cNvSpPr>
            <a:spLocks noGrp="1"/>
          </p:cNvSpPr>
          <p:nvPr>
            <p:ph type="ftr" idx="14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3466892" name="PlaceHolder 8"/>
          <p:cNvSpPr>
            <a:spLocks noGrp="1"/>
          </p:cNvSpPr>
          <p:nvPr>
            <p:ph type="sldNum" idx="15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6CCB0756-A1FF-44B3-8E6A-8BC8C1EB40B5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06078648" name="Picture 5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2254665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856882931" name="PlaceHolder 2"/>
          <p:cNvSpPr>
            <a:spLocks noGrp="1"/>
          </p:cNvSpPr>
          <p:nvPr>
            <p:ph type="dt" idx="16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9576051" name="PlaceHolder 3"/>
          <p:cNvSpPr>
            <a:spLocks noGrp="1"/>
          </p:cNvSpPr>
          <p:nvPr>
            <p:ph type="ftr" idx="17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2058999" name="PlaceHolder 4"/>
          <p:cNvSpPr>
            <a:spLocks noGrp="1"/>
          </p:cNvSpPr>
          <p:nvPr>
            <p:ph type="sldNum" idx="18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51E0421A-7680-4354-8599-A705BC6618BC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19428425" name="Picture 4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7541880" name="PlaceHolder 1"/>
          <p:cNvSpPr>
            <a:spLocks noGrp="1"/>
          </p:cNvSpPr>
          <p:nvPr>
            <p:ph type="dt" idx="19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2301619" name="PlaceHolder 2"/>
          <p:cNvSpPr>
            <a:spLocks noGrp="1"/>
          </p:cNvSpPr>
          <p:nvPr>
            <p:ph type="ftr" idx="20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8345001" name="PlaceHolder 3"/>
          <p:cNvSpPr>
            <a:spLocks noGrp="1"/>
          </p:cNvSpPr>
          <p:nvPr>
            <p:ph type="sldNum" idx="21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2BE111B-DC42-4988-A877-38D06BB0E327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Capti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79006648" name="Picture 7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2527061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2074320"/>
            <a:ext cx="3680280" cy="137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24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2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697593319" name="PlaceHolder 2"/>
          <p:cNvSpPr>
            <a:spLocks noGrp="1"/>
          </p:cNvSpPr>
          <p:nvPr>
            <p:ph type="body"/>
          </p:nvPr>
        </p:nvSpPr>
        <p:spPr bwMode="auto">
          <a:xfrm>
            <a:off x="4648320" y="609480"/>
            <a:ext cx="6168240" cy="518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5168075" name="PlaceHolder 3"/>
          <p:cNvSpPr>
            <a:spLocks noGrp="1"/>
          </p:cNvSpPr>
          <p:nvPr>
            <p:ph type="body"/>
          </p:nvPr>
        </p:nvSpPr>
        <p:spPr bwMode="auto">
          <a:xfrm>
            <a:off x="685800" y="3445920"/>
            <a:ext cx="3680280" cy="182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5514791" name="PlaceHolder 4"/>
          <p:cNvSpPr>
            <a:spLocks noGrp="1"/>
          </p:cNvSpPr>
          <p:nvPr>
            <p:ph type="dt" idx="22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2501948" name="PlaceHolder 5"/>
          <p:cNvSpPr>
            <a:spLocks noGrp="1"/>
          </p:cNvSpPr>
          <p:nvPr>
            <p:ph type="ftr" idx="23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4469371" name="PlaceHolder 6"/>
          <p:cNvSpPr>
            <a:spLocks noGrp="1"/>
          </p:cNvSpPr>
          <p:nvPr>
            <p:ph type="sldNum" idx="24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0F77A837-AABD-4FB6-AF36-FD31C05A9721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Picture with Capti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81756811" name="Picture 7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32777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1600200"/>
            <a:ext cx="6163920" cy="137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8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28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28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452801701" name="PlaceHolder 2"/>
          <p:cNvSpPr>
            <a:spLocks noGrp="1"/>
          </p:cNvSpPr>
          <p:nvPr>
            <p:ph type="body"/>
          </p:nvPr>
        </p:nvSpPr>
        <p:spPr bwMode="auto">
          <a:xfrm>
            <a:off x="7536240" y="914400"/>
            <a:ext cx="3280320" cy="4571280"/>
          </a:xfrm>
          <a:prstGeom prst="rect">
            <a:avLst/>
          </a:prstGeom>
          <a:noFill/>
          <a:ln w="50760" cap="sq">
            <a:solidFill>
              <a:srgbClr val="FFFFFF"/>
            </a:solidFill>
            <a:miter/>
          </a:ln>
          <a:effectLst>
            <a:outerShdw blurRad="254160" dist="0" dir="0" rotWithShape="0">
              <a:srgbClr val="000000">
                <a:alpha val="43000"/>
              </a:srgbClr>
            </a:outerShdw>
          </a:effectLst>
        </p:spPr>
        <p:txBody>
          <a:bodyPr lIns="90000" tIns="45000" rIns="90000" bIns="45000" anchor="t">
            <a:norm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Click icon to add picture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9644968" name="PlaceHolder 3"/>
          <p:cNvSpPr>
            <a:spLocks noGrp="1"/>
          </p:cNvSpPr>
          <p:nvPr>
            <p:ph type="body"/>
          </p:nvPr>
        </p:nvSpPr>
        <p:spPr bwMode="auto">
          <a:xfrm>
            <a:off x="685800" y="2971800"/>
            <a:ext cx="6163920" cy="182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9153143" name="PlaceHolder 4"/>
          <p:cNvSpPr>
            <a:spLocks noGrp="1"/>
          </p:cNvSpPr>
          <p:nvPr>
            <p:ph type="dt" idx="25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9039332" name="PlaceHolder 5"/>
          <p:cNvSpPr>
            <a:spLocks noGrp="1"/>
          </p:cNvSpPr>
          <p:nvPr>
            <p:ph type="ftr" idx="26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7161739" name="PlaceHolder 6"/>
          <p:cNvSpPr>
            <a:spLocks noGrp="1"/>
          </p:cNvSpPr>
          <p:nvPr>
            <p:ph type="sldNum" idx="27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DB1B26C3-1CF8-477E-AA96-F6959025695D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84119242" name="Picture 6" descr="Celestia-R1---OverlayTitle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09088" name="PlaceHolder 1"/>
          <p:cNvSpPr>
            <a:spLocks noGrp="1"/>
          </p:cNvSpPr>
          <p:nvPr>
            <p:ph type="title"/>
          </p:nvPr>
        </p:nvSpPr>
        <p:spPr bwMode="auto">
          <a:xfrm>
            <a:off x="3962519" y="1964160"/>
            <a:ext cx="7197120" cy="242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48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48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48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718425191" name="PlaceHolder 2"/>
          <p:cNvSpPr>
            <a:spLocks noGrp="1"/>
          </p:cNvSpPr>
          <p:nvPr>
            <p:ph type="dt" idx="28"/>
          </p:nvPr>
        </p:nvSpPr>
        <p:spPr bwMode="auto">
          <a:xfrm>
            <a:off x="893268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0010722" name="PlaceHolder 3"/>
          <p:cNvSpPr>
            <a:spLocks noGrp="1"/>
          </p:cNvSpPr>
          <p:nvPr>
            <p:ph type="ftr" idx="29"/>
          </p:nvPr>
        </p:nvSpPr>
        <p:spPr bwMode="auto">
          <a:xfrm>
            <a:off x="3962519" y="5870520"/>
            <a:ext cx="489312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3000330" name="PlaceHolder 4"/>
          <p:cNvSpPr>
            <a:spLocks noGrp="1"/>
          </p:cNvSpPr>
          <p:nvPr>
            <p:ph type="sldNum" idx="30"/>
          </p:nvPr>
        </p:nvSpPr>
        <p:spPr bwMode="auto">
          <a:xfrm>
            <a:off x="1060884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A31368D3-6855-476C-8305-002EC939C167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2171979" name="PlaceHolder 5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079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75000"/>
              <a:buFont typeface="Symbol"/>
              <a:buChar char=""/>
              <a:defRPr lang="en-US" sz="1600" b="0" u="none" strike="noStrike">
                <a:solidFill>
                  <a:schemeClr val="lt1"/>
                </a:solidFill>
                <a:latin typeface="Calibri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45000"/>
              <a:buFont typeface="Wingdings"/>
              <a:buChar char=""/>
              <a:defRPr lang="en-US" sz="1400" b="0" u="none" strike="noStrike">
                <a:solidFill>
                  <a:schemeClr val="lt1"/>
                </a:solidFill>
                <a:latin typeface="Calibri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75000"/>
              <a:buFont typeface="Symbol"/>
              <a:buChar char=""/>
              <a:defRPr lang="en-US" sz="1200" b="0" u="none" strike="noStrike">
                <a:solidFill>
                  <a:schemeClr val="lt1"/>
                </a:solidFill>
                <a:latin typeface="Calibri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45000"/>
              <a:buFont typeface="Wingdings"/>
              <a:buChar char=""/>
              <a:defRPr lang="en-US" sz="1200" b="0" u="none" strike="noStrike">
                <a:solidFill>
                  <a:schemeClr val="lt1"/>
                </a:solidFill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lt1"/>
                </a:solidFill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lt1"/>
                </a:solidFill>
                <a:latin typeface="Calibri"/>
              </a:defRPr>
            </a:lvl7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</a:rPr>
              <a:t>Click to edit the outline text format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</a:rPr>
              <a:t>Second Outline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</a:rPr>
              <a:t>Third Outline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</a:rPr>
              <a:t>Fourth Outline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</a:rPr>
              <a:t>Fifth Outline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Panoramic Picture with Capti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28210237" name="Picture 7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3567047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4732920"/>
            <a:ext cx="1013076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4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24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2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126694619" name="PlaceHolder 2"/>
          <p:cNvSpPr>
            <a:spLocks noGrp="1"/>
          </p:cNvSpPr>
          <p:nvPr>
            <p:ph type="body"/>
          </p:nvPr>
        </p:nvSpPr>
        <p:spPr bwMode="auto">
          <a:xfrm>
            <a:off x="1371600" y="932040"/>
            <a:ext cx="8759160" cy="3164400"/>
          </a:xfrm>
          <a:prstGeom prst="rect">
            <a:avLst/>
          </a:prstGeom>
          <a:noFill/>
          <a:ln w="50760" cap="sq">
            <a:solidFill>
              <a:srgbClr val="FFFFFF"/>
            </a:solidFill>
            <a:miter/>
          </a:ln>
          <a:effectLst>
            <a:outerShdw blurRad="254160" dist="0" dir="0" rotWithShape="0">
              <a:srgbClr val="000000">
                <a:alpha val="43000"/>
              </a:srgbClr>
            </a:outerShdw>
          </a:effectLst>
        </p:spPr>
        <p:txBody>
          <a:bodyPr lIns="90000" tIns="45000" rIns="90000" bIns="45000" anchor="t">
            <a:norm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Click icon to add picture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5499855" name="PlaceHolder 3"/>
          <p:cNvSpPr>
            <a:spLocks noGrp="1"/>
          </p:cNvSpPr>
          <p:nvPr>
            <p:ph type="body"/>
          </p:nvPr>
        </p:nvSpPr>
        <p:spPr bwMode="auto">
          <a:xfrm>
            <a:off x="685800" y="5299560"/>
            <a:ext cx="10130760" cy="49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642929" name="PlaceHolder 4"/>
          <p:cNvSpPr>
            <a:spLocks noGrp="1"/>
          </p:cNvSpPr>
          <p:nvPr>
            <p:ph type="dt" idx="31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3599931" name="PlaceHolder 5"/>
          <p:cNvSpPr>
            <a:spLocks noGrp="1"/>
          </p:cNvSpPr>
          <p:nvPr>
            <p:ph type="ftr" idx="32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2423544" name="PlaceHolder 6"/>
          <p:cNvSpPr>
            <a:spLocks noGrp="1"/>
          </p:cNvSpPr>
          <p:nvPr>
            <p:ph type="sldNum" idx="33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A7D4E72D-9C00-4AF4-BEB6-611565818B73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le and Capti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96293249" name="Picture 6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6607909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31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200" b="0" u="none" strike="noStrike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366809604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343400"/>
            <a:ext cx="101307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0150730" name="PlaceHolder 3"/>
          <p:cNvSpPr>
            <a:spLocks noGrp="1"/>
          </p:cNvSpPr>
          <p:nvPr>
            <p:ph type="dt" idx="34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3087413" name="PlaceHolder 4"/>
          <p:cNvSpPr>
            <a:spLocks noGrp="1"/>
          </p:cNvSpPr>
          <p:nvPr>
            <p:ph type="ftr" idx="35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590736" name="PlaceHolder 5"/>
          <p:cNvSpPr>
            <a:spLocks noGrp="1"/>
          </p:cNvSpPr>
          <p:nvPr>
            <p:ph type="sldNum" idx="36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AA30DCE5-7C2E-4128-929E-7B70510F9CCE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Quote with Caption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050425" name="Picture 10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7097779" name="TextBox 11"/>
          <p:cNvSpPr/>
          <p:nvPr/>
        </p:nvSpPr>
        <p:spPr bwMode="auto">
          <a:xfrm>
            <a:off x="10238040" y="274320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457200">
              <a:lnSpc>
                <a:spcPct val="100000"/>
              </a:lnSpc>
              <a:defRPr/>
            </a:pPr>
            <a:r>
              <a:rPr lang="en-US" sz="8000" b="0" u="none" strike="noStrike" cap="all">
                <a:solidFill>
                  <a:schemeClr val="lt1"/>
                </a:solidFill>
                <a:latin typeface="Calibri"/>
                <a:ea typeface="Arial"/>
              </a:rPr>
              <a:t>”</a:t>
            </a:r>
            <a:endParaRPr lang="en-US" sz="8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5361577" name="TextBox 12"/>
          <p:cNvSpPr/>
          <p:nvPr/>
        </p:nvSpPr>
        <p:spPr bwMode="auto">
          <a:xfrm>
            <a:off x="488160" y="82332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457200">
              <a:lnSpc>
                <a:spcPct val="100000"/>
              </a:lnSpc>
              <a:defRPr/>
            </a:pPr>
            <a:r>
              <a:rPr lang="en-US" sz="8000" b="0" u="none" strike="noStrike" cap="all">
                <a:solidFill>
                  <a:schemeClr val="lt1"/>
                </a:solidFill>
                <a:latin typeface="Calibri"/>
                <a:ea typeface="Arial"/>
              </a:rPr>
              <a:t>“</a:t>
            </a:r>
            <a:endParaRPr lang="en-US" sz="8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8088346" name="PlaceHolder 1"/>
          <p:cNvSpPr>
            <a:spLocks noGrp="1"/>
          </p:cNvSpPr>
          <p:nvPr>
            <p:ph type="title"/>
          </p:nvPr>
        </p:nvSpPr>
        <p:spPr bwMode="auto">
          <a:xfrm>
            <a:off x="992160" y="609480"/>
            <a:ext cx="9549720" cy="274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200" b="0" u="none" strike="noStrike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757162763" name="PlaceHolder 2"/>
          <p:cNvSpPr>
            <a:spLocks noGrp="1"/>
          </p:cNvSpPr>
          <p:nvPr>
            <p:ph type="body"/>
          </p:nvPr>
        </p:nvSpPr>
        <p:spPr bwMode="auto">
          <a:xfrm>
            <a:off x="1098000" y="3352680"/>
            <a:ext cx="93384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4562265" name="PlaceHolder 3"/>
          <p:cNvSpPr>
            <a:spLocks noGrp="1"/>
          </p:cNvSpPr>
          <p:nvPr>
            <p:ph type="body"/>
          </p:nvPr>
        </p:nvSpPr>
        <p:spPr bwMode="auto">
          <a:xfrm>
            <a:off x="687600" y="4343400"/>
            <a:ext cx="1015164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7109103" name="PlaceHolder 4"/>
          <p:cNvSpPr>
            <a:spLocks noGrp="1"/>
          </p:cNvSpPr>
          <p:nvPr>
            <p:ph type="dt" idx="37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112166" name="PlaceHolder 5"/>
          <p:cNvSpPr>
            <a:spLocks noGrp="1"/>
          </p:cNvSpPr>
          <p:nvPr>
            <p:ph type="ftr" idx="38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0298287" name="PlaceHolder 6"/>
          <p:cNvSpPr>
            <a:spLocks noGrp="1"/>
          </p:cNvSpPr>
          <p:nvPr>
            <p:ph type="sldNum" idx="39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0B4F7FE-AA02-4DE0-BC6D-612C6EFA9D56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Name Card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46884893" name="Picture 6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594027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3308760"/>
            <a:ext cx="10130760" cy="146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200" b="0" u="none" strike="noStrike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98035013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777560"/>
            <a:ext cx="10130760" cy="85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7060990" name="PlaceHolder 3"/>
          <p:cNvSpPr>
            <a:spLocks noGrp="1"/>
          </p:cNvSpPr>
          <p:nvPr>
            <p:ph type="dt" idx="40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4610807" name="PlaceHolder 4"/>
          <p:cNvSpPr>
            <a:spLocks noGrp="1"/>
          </p:cNvSpPr>
          <p:nvPr>
            <p:ph type="ftr" idx="41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5743214" name="PlaceHolder 5"/>
          <p:cNvSpPr>
            <a:spLocks noGrp="1"/>
          </p:cNvSpPr>
          <p:nvPr>
            <p:ph type="sldNum" idx="42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B8A1D449-4741-48C7-8918-A8118F2169DD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Quote Name Card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52397754" name="Picture 10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1751805" name="TextBox 12"/>
          <p:cNvSpPr/>
          <p:nvPr/>
        </p:nvSpPr>
        <p:spPr bwMode="auto">
          <a:xfrm>
            <a:off x="10238040" y="274320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457200">
              <a:lnSpc>
                <a:spcPct val="100000"/>
              </a:lnSpc>
              <a:defRPr/>
            </a:pPr>
            <a:r>
              <a:rPr lang="en-US" sz="8000" b="0" u="none" strike="noStrike" cap="all">
                <a:solidFill>
                  <a:schemeClr val="lt1"/>
                </a:solidFill>
                <a:latin typeface="Calibri"/>
                <a:ea typeface="Arial"/>
              </a:rPr>
              <a:t>”</a:t>
            </a:r>
            <a:endParaRPr lang="en-US" sz="8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43813" name="TextBox 13"/>
          <p:cNvSpPr/>
          <p:nvPr/>
        </p:nvSpPr>
        <p:spPr bwMode="auto">
          <a:xfrm>
            <a:off x="488160" y="82332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457200">
              <a:lnSpc>
                <a:spcPct val="100000"/>
              </a:lnSpc>
              <a:defRPr/>
            </a:pPr>
            <a:r>
              <a:rPr lang="en-US" sz="8000" b="0" u="none" strike="noStrike" cap="all">
                <a:solidFill>
                  <a:schemeClr val="lt1"/>
                </a:solidFill>
                <a:latin typeface="Calibri"/>
                <a:ea typeface="Arial"/>
              </a:rPr>
              <a:t>“</a:t>
            </a:r>
            <a:endParaRPr lang="en-US" sz="8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603506" name="PlaceHolder 1"/>
          <p:cNvSpPr>
            <a:spLocks noGrp="1"/>
          </p:cNvSpPr>
          <p:nvPr>
            <p:ph type="title"/>
          </p:nvPr>
        </p:nvSpPr>
        <p:spPr bwMode="auto">
          <a:xfrm>
            <a:off x="992160" y="609480"/>
            <a:ext cx="9549720" cy="274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200" b="0" u="none" strike="noStrike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98355519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3886200"/>
            <a:ext cx="10134720" cy="88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4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0506048" name="PlaceHolder 3"/>
          <p:cNvSpPr>
            <a:spLocks noGrp="1"/>
          </p:cNvSpPr>
          <p:nvPr>
            <p:ph type="body"/>
          </p:nvPr>
        </p:nvSpPr>
        <p:spPr bwMode="auto">
          <a:xfrm>
            <a:off x="685800" y="4775039"/>
            <a:ext cx="10134720" cy="101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4463351" name="PlaceHolder 4"/>
          <p:cNvSpPr>
            <a:spLocks noGrp="1"/>
          </p:cNvSpPr>
          <p:nvPr>
            <p:ph type="dt" idx="43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7727146" name="PlaceHolder 5"/>
          <p:cNvSpPr>
            <a:spLocks noGrp="1"/>
          </p:cNvSpPr>
          <p:nvPr>
            <p:ph type="ftr" idx="44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2938852" name="PlaceHolder 6"/>
          <p:cNvSpPr>
            <a:spLocks noGrp="1"/>
          </p:cNvSpPr>
          <p:nvPr>
            <p:ph type="sldNum" idx="45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80C975B4-A4ED-4944-AB06-E13C8284C9E0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rue or False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02547001" name="Picture 7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5649233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274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335071856" name="PlaceHolder 2"/>
          <p:cNvSpPr>
            <a:spLocks noGrp="1"/>
          </p:cNvSpPr>
          <p:nvPr>
            <p:ph type="body"/>
          </p:nvPr>
        </p:nvSpPr>
        <p:spPr bwMode="auto">
          <a:xfrm>
            <a:off x="685800" y="3505320"/>
            <a:ext cx="10130760" cy="837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2896717" name="PlaceHolder 3"/>
          <p:cNvSpPr>
            <a:spLocks noGrp="1"/>
          </p:cNvSpPr>
          <p:nvPr>
            <p:ph type="body"/>
          </p:nvPr>
        </p:nvSpPr>
        <p:spPr bwMode="auto">
          <a:xfrm>
            <a:off x="685800" y="4343400"/>
            <a:ext cx="101307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1185086" name="PlaceHolder 4"/>
          <p:cNvSpPr>
            <a:spLocks noGrp="1"/>
          </p:cNvSpPr>
          <p:nvPr>
            <p:ph type="dt" idx="46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2810325" name="PlaceHolder 5"/>
          <p:cNvSpPr>
            <a:spLocks noGrp="1"/>
          </p:cNvSpPr>
          <p:nvPr>
            <p:ph type="ftr" idx="47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41978986" name="PlaceHolder 6"/>
          <p:cNvSpPr>
            <a:spLocks noGrp="1"/>
          </p:cNvSpPr>
          <p:nvPr>
            <p:ph type="sldNum" idx="48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4B4F1259-E496-42B3-BBF8-F91E3B5EB8CF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bg>
      <p:bgPr shadeToTitle="0"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82560803" name="Picture 6" descr="Celestia-R1---OverlayContentHD.png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218816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939423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60948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600" b="0" u="none" strike="noStrike" cap="all">
                <a:solidFill>
                  <a:schemeClr val="lt1"/>
                </a:solidFill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59459953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2142000"/>
            <a:ext cx="10130760" cy="364824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800" b="0" u="none" strike="noStrike">
                <a:solidFill>
                  <a:schemeClr val="lt1"/>
                </a:solidFill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600" b="0" u="none" strike="noStrike">
                <a:solidFill>
                  <a:schemeClr val="lt1"/>
                </a:solidFill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400" b="0" u="none" strike="noStrike">
                <a:solidFill>
                  <a:schemeClr val="lt1"/>
                </a:solidFill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1200" b="0" u="none" strike="noStrike">
                <a:solidFill>
                  <a:schemeClr val="lt1"/>
                </a:solidFill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2212990" name="PlaceHolder 3"/>
          <p:cNvSpPr>
            <a:spLocks noGrp="1"/>
          </p:cNvSpPr>
          <p:nvPr>
            <p:ph type="dt" idx="49"/>
          </p:nvPr>
        </p:nvSpPr>
        <p:spPr bwMode="auto">
          <a:xfrm>
            <a:off x="8589600" y="5870520"/>
            <a:ext cx="159948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4337150" name="PlaceHolder 4"/>
          <p:cNvSpPr>
            <a:spLocks noGrp="1"/>
          </p:cNvSpPr>
          <p:nvPr>
            <p:ph type="ftr" idx="50"/>
          </p:nvPr>
        </p:nvSpPr>
        <p:spPr bwMode="auto">
          <a:xfrm>
            <a:off x="685800" y="5870520"/>
            <a:ext cx="782676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8770751" name="PlaceHolder 5"/>
          <p:cNvSpPr>
            <a:spLocks noGrp="1"/>
          </p:cNvSpPr>
          <p:nvPr>
            <p:ph type="sldNum" idx="51"/>
          </p:nvPr>
        </p:nvSpPr>
        <p:spPr bwMode="auto">
          <a:xfrm>
            <a:off x="10266120" y="5870520"/>
            <a:ext cx="550440" cy="37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6193A532-4B16-4941-BBEE-75C24EEE2B43}" type="slidenum">
              <a:rPr lang="en-US" sz="1000" b="0" u="none" strike="noStrike">
                <a:solidFill>
                  <a:schemeClr val="lt1"/>
                </a:solidFill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4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0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2816155" name="PlaceHolder 1"/>
          <p:cNvSpPr>
            <a:spLocks noGrp="1"/>
          </p:cNvSpPr>
          <p:nvPr>
            <p:ph type="subTitle"/>
          </p:nvPr>
        </p:nvSpPr>
        <p:spPr bwMode="auto">
          <a:xfrm>
            <a:off x="1287000" y="5255280"/>
            <a:ext cx="10904400" cy="50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indent="0" algn="r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28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Gabrielle , Micah , Thomas, and Izaiah </a:t>
            </a:r>
            <a:endParaRPr lang="en-US" sz="2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653816" name="Picture 7" descr="A blue text on a black background&#10;&#10;Description automatically generated"/>
          <p:cNvSpPr/>
          <p:nvPr/>
        </p:nvSpPr>
        <p:spPr bwMode="auto">
          <a:xfrm>
            <a:off x="109440" y="1417320"/>
            <a:ext cx="11972520" cy="3621240"/>
          </a:xfrm>
          <a:prstGeom prst="roundRect">
            <a:avLst>
              <a:gd name="adj" fmla="val 4380"/>
            </a:avLst>
          </a:prstGeom>
          <a:blipFill rotWithShape="0">
            <a:blip r:embed="rId4"/>
            <a:stretch/>
          </a:blipFill>
          <a:ln w="50800" cap="sq">
            <a:solidFill>
              <a:srgbClr val="FFFFFF"/>
            </a:solidFill>
            <a:miter/>
          </a:ln>
          <a:effectLst>
            <a:outerShdw blurRad="254160" algn="tl" rotWithShape="0">
              <a:srgbClr val="000000">
                <a:alpha val="4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0516690" name="PlaceHolder 1"/>
          <p:cNvSpPr>
            <a:spLocks noGrp="1"/>
          </p:cNvSpPr>
          <p:nvPr>
            <p:ph type="title"/>
          </p:nvPr>
        </p:nvSpPr>
        <p:spPr bwMode="auto">
          <a:xfrm>
            <a:off x="975240" y="0"/>
            <a:ext cx="10005840" cy="137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4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How the system operates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723426621" name="PlaceHolder 2"/>
          <p:cNvSpPr>
            <a:spLocks noGrp="1"/>
          </p:cNvSpPr>
          <p:nvPr>
            <p:ph/>
          </p:nvPr>
        </p:nvSpPr>
        <p:spPr bwMode="auto">
          <a:xfrm>
            <a:off x="650520" y="1204920"/>
            <a:ext cx="10709280" cy="5362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lnSpcReduction="9999"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Client-Server Architecture: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One Raspberry Pi acts as the </a:t>
            </a: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Host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(the brain), while all other Pis connect as </a:t>
            </a: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Clients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(the controllers).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Star Topology: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Every player communicates directly with the Host, ensuring all participants see the exact same game state at the same time.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TCP/IP Networking:</a:t>
            </a:r>
            <a:r>
              <a:rPr lang="en-US" sz="2400" b="0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 Uses the Transmission Control Protocol (TCP) over port 65432 to ensure game data, player actions, and scores arrive reliably and in the correct order across the local network.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Terminal Rendering: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Instead of heavy graphics, the system uses the </a:t>
            </a: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Curses library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to "draw" game boards and animations using text characters and colors.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Non-Blocking Input: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The system is programmed to keep the game moving (like ghosts chasing you) even if a player isn't pressing any buttons.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Automated Logic: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The Host runs pathfinding algorithms (BFS) for enemies, ensuring the game provides a consistent challenge for all connected players.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744347" name="PlaceHolder 1"/>
          <p:cNvSpPr>
            <a:spLocks noGrp="1"/>
          </p:cNvSpPr>
          <p:nvPr>
            <p:ph type="title"/>
          </p:nvPr>
        </p:nvSpPr>
        <p:spPr bwMode="auto">
          <a:xfrm>
            <a:off x="975240" y="0"/>
            <a:ext cx="10005840" cy="1379520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000" b="1" i="0" u="none" strike="noStrike" cap="all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Authentication Security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430289986" name="PlaceHolder 2"/>
          <p:cNvSpPr>
            <a:spLocks noGrp="1"/>
          </p:cNvSpPr>
          <p:nvPr>
            <p:ph/>
          </p:nvPr>
        </p:nvSpPr>
        <p:spPr bwMode="auto">
          <a:xfrm rot="0" flipH="0" flipV="0">
            <a:off x="649222" y="1052284"/>
            <a:ext cx="10709280" cy="5361212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Autofit/>
          </a:bodyPr>
          <a:p>
            <a:pPr marL="0" indent="0" algn="l" defTabSz="457200">
              <a:lnSpc>
                <a:spcPct val="100000"/>
              </a:lnSpc>
              <a:spcAft>
                <a:spcPts val="999"/>
              </a:spcAft>
              <a:buClr>
                <a:srgbClr val="FFFFFF"/>
              </a:buClr>
              <a:buFont typeface="Arial"/>
              <a:buNone/>
              <a:defRPr/>
            </a:pPr>
            <a:r>
              <a:rPr lang="en-US" sz="24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Purpose: </a:t>
            </a:r>
            <a:r>
              <a:rPr lang="en-US" sz="2400" b="0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Demonstrates secure authentication and credential handling across the LAN.</a:t>
            </a:r>
            <a:endParaRPr sz="2600" b="0" u="none" strike="noStrike">
              <a:solidFill>
                <a:schemeClr val="lt1"/>
              </a:solidFill>
              <a:latin typeface="Times New Roman"/>
              <a:ea typeface="Arial"/>
            </a:endParaRPr>
          </a:p>
          <a:p>
            <a:pPr marL="0" indent="0" algn="l" defTabSz="457200">
              <a:lnSpc>
                <a:spcPct val="100000"/>
              </a:lnSpc>
              <a:spcAft>
                <a:spcPts val="999"/>
              </a:spcAft>
              <a:buClr>
                <a:srgbClr val="FFFFFF"/>
              </a:buClr>
              <a:buFont typeface="Arial"/>
              <a:buNone/>
              <a:defRPr/>
            </a:pPr>
            <a:r>
              <a:rPr lang="en-US" sz="26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Python Functions &amp; Logic:</a:t>
            </a:r>
            <a:endParaRPr sz="2600" b="1" u="none" strike="noStrike">
              <a:solidFill>
                <a:schemeClr val="lt1"/>
              </a:solidFill>
              <a:latin typeface="Times New Roman"/>
              <a:ea typeface="Arial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999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6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SHA-256 Hashing (hashlib.sha256()): </a:t>
            </a:r>
            <a:r>
              <a:rPr lang="en-US" sz="2600" b="0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Converts session passwords into fixed-length cryptographic hashes before transmission.</a:t>
            </a:r>
            <a:endParaRPr sz="2600" b="1" i="0" u="none" strike="noStrike" cap="none" spc="0">
              <a:solidFill>
                <a:schemeClr val="lt1"/>
              </a:solidFill>
              <a:latin typeface="Times New Roman"/>
              <a:ea typeface="Times New Roman"/>
              <a:cs typeface="Times New Roman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999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6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Client Authentication:</a:t>
            </a:r>
            <a:r>
              <a:rPr lang="en-US" sz="2600" b="0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sz="2600" b="0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Players must enter the correct session password before joining the host server.</a:t>
            </a:r>
            <a:endParaRPr sz="2600" b="0" i="0" u="none" strike="noStrike" cap="none" spc="0">
              <a:solidFill>
                <a:schemeClr val="lt1"/>
              </a:solidFill>
              <a:latin typeface="Times New Roman"/>
              <a:ea typeface="Times New Roman"/>
              <a:cs typeface="Times New Roman"/>
            </a:endParaRPr>
          </a:p>
          <a:p>
            <a:pPr marL="285840" lvl="0" indent="-285840" algn="l" defTabSz="457200">
              <a:lnSpc>
                <a:spcPct val="100000"/>
              </a:lnSpc>
              <a:spcAft>
                <a:spcPts val="999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6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Secure Credential Handling: </a:t>
            </a:r>
            <a:r>
              <a:rPr lang="en-US" sz="2600" b="0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Plain-text passwords are never transmitted or stored directly by the application.</a:t>
            </a:r>
            <a:endParaRPr sz="2600" b="0" i="0" u="none" strike="noStrike" cap="none" spc="0">
              <a:solidFill>
                <a:schemeClr val="lt1"/>
              </a:solidFill>
              <a:latin typeface="Times New Roman"/>
              <a:ea typeface="Times New Roman"/>
              <a:cs typeface="Times New Roman"/>
            </a:endParaRPr>
          </a:p>
          <a:p>
            <a:pPr marL="285840" lvl="0" indent="-285840" algn="l" defTabSz="457200">
              <a:lnSpc>
                <a:spcPct val="100000"/>
              </a:lnSpc>
              <a:spcAft>
                <a:spcPts val="999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6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Replay Resistance: </a:t>
            </a:r>
            <a:r>
              <a:rPr lang="en-US" sz="2600" b="0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Entering a previously intercepted hash directly will fail because the client hashes all input before transmission.</a:t>
            </a:r>
            <a:endParaRPr sz="2400" b="0" i="0" u="none" strike="noStrike" cap="none" spc="0">
              <a:solidFill>
                <a:schemeClr val="lt1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438256" name="PlaceHolder 1"/>
          <p:cNvSpPr>
            <a:spLocks noGrp="1"/>
          </p:cNvSpPr>
          <p:nvPr>
            <p:ph type="title"/>
          </p:nvPr>
        </p:nvSpPr>
        <p:spPr bwMode="auto">
          <a:xfrm>
            <a:off x="975240" y="0"/>
            <a:ext cx="10005840" cy="1379520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400" b="1" i="0" u="none" strike="noStrike" cap="all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Network Defense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398853038" name="PlaceHolder 2"/>
          <p:cNvSpPr>
            <a:spLocks noGrp="1"/>
          </p:cNvSpPr>
          <p:nvPr>
            <p:ph/>
          </p:nvPr>
        </p:nvSpPr>
        <p:spPr bwMode="auto">
          <a:xfrm rot="0" flipH="0" flipV="0">
            <a:off x="649222" y="1052284"/>
            <a:ext cx="10709280" cy="5361212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Autofit/>
          </a:bodyPr>
          <a:p>
            <a:pPr marL="0" indent="0" algn="l" defTabSz="457200">
              <a:lnSpc>
                <a:spcPct val="100000"/>
              </a:lnSpc>
              <a:spcAft>
                <a:spcPts val="999"/>
              </a:spcAft>
              <a:buClr>
                <a:srgbClr val="FFFFFF"/>
              </a:buClr>
              <a:buFont typeface="Arial"/>
              <a:buNone/>
              <a:defRPr/>
            </a:pPr>
            <a:r>
              <a:rPr lang="en-US" sz="18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Purpose: </a:t>
            </a:r>
            <a:r>
              <a:rPr lang="en-US" sz="1800" b="0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Demonstrates defensive networking protections and security monitoring features.</a:t>
            </a:r>
            <a:endParaRPr sz="1800" b="0" u="none" strike="noStrike">
              <a:solidFill>
                <a:schemeClr val="lt1"/>
              </a:solidFill>
              <a:latin typeface="Times New Roman"/>
              <a:ea typeface="Arial"/>
            </a:endParaRPr>
          </a:p>
          <a:p>
            <a:pPr marL="0" indent="0" algn="l" defTabSz="457200">
              <a:lnSpc>
                <a:spcPct val="100000"/>
              </a:lnSpc>
              <a:spcAft>
                <a:spcPts val="999"/>
              </a:spcAft>
              <a:buClr>
                <a:srgbClr val="FFFFFF"/>
              </a:buClr>
              <a:buFont typeface="Arial"/>
              <a:buNone/>
              <a:defRPr/>
            </a:pPr>
            <a:r>
              <a:rPr lang="en-US" sz="22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Python Functions &amp; Logic:</a:t>
            </a:r>
            <a:endParaRPr sz="2200" b="1" u="none" strike="noStrike">
              <a:solidFill>
                <a:schemeClr val="lt1"/>
              </a:solidFill>
              <a:latin typeface="Times New Roman"/>
              <a:ea typeface="Arial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999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2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IP-Based Rate Limiting</a:t>
            </a:r>
            <a:r>
              <a:rPr lang="en-US" sz="2200" b="0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: Repeated failed authentication attempts permanently block the offending IP address for the remainder of the host session.</a:t>
            </a:r>
            <a:endParaRPr sz="2200" b="1" i="0" u="none" strike="noStrike" cap="none" spc="0">
              <a:solidFill>
                <a:schemeClr val="lt1"/>
              </a:solidFill>
              <a:latin typeface="Times New Roman"/>
              <a:ea typeface="Times New Roman"/>
              <a:cs typeface="Times New Roman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999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2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Over-sized Packet Protection: </a:t>
            </a:r>
            <a:r>
              <a:rPr lang="en-US" sz="2200" b="0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Incoming messages exceeding the maximum allowed packet size are rejected safely to reduce denial-of-service and memory abuse risks.</a:t>
            </a:r>
            <a:endParaRPr sz="2200" b="0" i="0" u="none" strike="noStrike" cap="none" spc="0">
              <a:solidFill>
                <a:schemeClr val="lt1"/>
              </a:solidFill>
              <a:latin typeface="Times New Roman"/>
              <a:ea typeface="Times New Roman"/>
              <a:cs typeface="Times New Roman"/>
            </a:endParaRPr>
          </a:p>
          <a:p>
            <a:pPr marL="285840" lvl="0" indent="-285840" algn="l" defTabSz="457200">
              <a:lnSpc>
                <a:spcPct val="100000"/>
              </a:lnSpc>
              <a:spcAft>
                <a:spcPts val="999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2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Security Event Logging: </a:t>
            </a:r>
            <a:r>
              <a:rPr lang="en-US" sz="2200" b="0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Successful joins, failed login attempts, rate-limit triggers, and disconnect events are persistently written to security.log.</a:t>
            </a:r>
            <a:endParaRPr sz="2200" b="0" i="0" u="none" strike="noStrike" cap="none" spc="0">
              <a:solidFill>
                <a:schemeClr val="lt1"/>
              </a:solidFill>
              <a:latin typeface="Times New Roman"/>
              <a:ea typeface="Times New Roman"/>
              <a:cs typeface="Times New Roman"/>
            </a:endParaRPr>
          </a:p>
          <a:p>
            <a:pPr marL="285840" lvl="0" indent="-285840" algn="l" defTabSz="457200">
              <a:lnSpc>
                <a:spcPct val="100000"/>
              </a:lnSpc>
              <a:spcAft>
                <a:spcPts val="999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2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Defensive Socket Handling: </a:t>
            </a:r>
            <a:r>
              <a:rPr lang="en-US" sz="2200" b="0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Invalid join requests and malformed packets are rejected without crashing the server.</a:t>
            </a:r>
            <a:endParaRPr sz="2200" b="0" i="0" u="none" strike="noStrike" cap="none" spc="0">
              <a:solidFill>
                <a:schemeClr val="lt1"/>
              </a:solidFill>
              <a:latin typeface="Times New Roman"/>
              <a:ea typeface="Times New Roman"/>
              <a:cs typeface="Times New Roman"/>
            </a:endParaRPr>
          </a:p>
          <a:p>
            <a:pPr marL="285840" lvl="0" indent="-285840" algn="l" defTabSz="457200">
              <a:lnSpc>
                <a:spcPct val="100000"/>
              </a:lnSpc>
              <a:spcAft>
                <a:spcPts val="999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200" b="1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Remaining Security Limitation: </a:t>
            </a:r>
            <a:r>
              <a:rPr lang="en-US" sz="2200" b="0" i="0" u="none" strike="noStrike" cap="none" spc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</a:rPr>
              <a:t>Replay-style attacks may still be possible if an attacker modifies the Python client or crafts custom packets using intercepted hash values.</a:t>
            </a:r>
            <a:endParaRPr sz="1800" b="0" i="0" u="none" strike="noStrike" cap="none" spc="0">
              <a:solidFill>
                <a:schemeClr val="lt1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9462746" name="PlaceHolder 1"/>
          <p:cNvSpPr>
            <a:spLocks noGrp="1"/>
          </p:cNvSpPr>
          <p:nvPr>
            <p:ph type="title"/>
          </p:nvPr>
        </p:nvSpPr>
        <p:spPr bwMode="auto">
          <a:xfrm>
            <a:off x="917640" y="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4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Game 1: Heads or Tails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253150462" name="PlaceHolder 2"/>
          <p:cNvSpPr>
            <a:spLocks noGrp="1"/>
          </p:cNvSpPr>
          <p:nvPr>
            <p:ph/>
          </p:nvPr>
        </p:nvSpPr>
        <p:spPr bwMode="auto">
          <a:xfrm>
            <a:off x="293400" y="1227600"/>
            <a:ext cx="6325200" cy="532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Purpose: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A quick-fire test of the network's ability to handle rapid-response binary choices and synchronized resolution.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Python Functions &amp; Logic: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random.choice(['Heads', 'Tails']): Used by the server to determine the winning outcome.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input().strip().upper(): Captures the player's choice and cleans the data before sending.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send_data() / recv_data(): Custom wrapper functions for socket.send() and socket.recv() to exchange JSON packets between the Pi and the Host.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92381581" name="Picture 4" descr="A screenshot of a computer screen&#10;&#10;Description automatically generated"/>
          <p:cNvPicPr/>
          <p:nvPr/>
        </p:nvPicPr>
        <p:blipFill rotWithShape="1">
          <a:blip r:embed="rId3"/>
          <a:stretch/>
        </p:blipFill>
        <p:spPr bwMode="auto">
          <a:xfrm>
            <a:off x="6619320" y="2038320"/>
            <a:ext cx="5278680" cy="3418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4762807" name="PlaceHolder 1"/>
          <p:cNvSpPr>
            <a:spLocks noGrp="1"/>
          </p:cNvSpPr>
          <p:nvPr>
            <p:ph type="title"/>
          </p:nvPr>
        </p:nvSpPr>
        <p:spPr bwMode="auto">
          <a:xfrm>
            <a:off x="125640" y="-214200"/>
            <a:ext cx="1177200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4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Game 2: Rock, Paper, Scissors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910376715" name="PlaceHolder 2"/>
          <p:cNvSpPr>
            <a:spLocks noGrp="1"/>
          </p:cNvSpPr>
          <p:nvPr>
            <p:ph/>
          </p:nvPr>
        </p:nvSpPr>
        <p:spPr bwMode="auto">
          <a:xfrm flipH="0" flipV="0">
            <a:off x="83522" y="1054445"/>
            <a:ext cx="6548619" cy="532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Purpose: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Demonstrates server-side logic validation where the Host must compare multiple client inputs against a central "AI" move.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Python Functions &amp; Logic: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Logic Mapping: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Uses a Dictionary or Nested if/elif statements to define win/loss/tie conditions (e.g., if user == 'R' and computer == 'S').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json.dumps(): Converts the player's move into a string format that can be transmitted over the TCP socket.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90310995" name="Picture 6" descr="A screen shot of a computer screen&#10;&#10;Description automatically generated"/>
          <p:cNvPicPr/>
          <p:nvPr/>
        </p:nvPicPr>
        <p:blipFill rotWithShape="1">
          <a:blip r:embed="rId3"/>
          <a:stretch/>
        </p:blipFill>
        <p:spPr bwMode="auto">
          <a:xfrm>
            <a:off x="6603840" y="2338920"/>
            <a:ext cx="5484240" cy="2705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638481" name="PlaceHolder 1"/>
          <p:cNvSpPr>
            <a:spLocks noGrp="1"/>
          </p:cNvSpPr>
          <p:nvPr>
            <p:ph type="title"/>
          </p:nvPr>
        </p:nvSpPr>
        <p:spPr bwMode="auto">
          <a:xfrm>
            <a:off x="-158400" y="-193320"/>
            <a:ext cx="12349440" cy="135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4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Game 3: Number Guessing Game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938227210" name="PlaceHolder 2"/>
          <p:cNvSpPr>
            <a:spLocks noGrp="1"/>
          </p:cNvSpPr>
          <p:nvPr>
            <p:ph/>
          </p:nvPr>
        </p:nvSpPr>
        <p:spPr bwMode="auto">
          <a:xfrm>
            <a:off x="178920" y="1160640"/>
            <a:ext cx="5837039" cy="549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lnSpcReduction="9999"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Purpose: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Showcases mathematical processing and "Shortest Distance" algorithms to determine a winner among multiple participants.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Python Functions &amp; Logic: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random.randint(1, 100): Generates the secret target number on the Host machine.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abs(target - guess): The </a:t>
            </a: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Absolute Value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function calculates how far each player is from the target, regardless of whether they guessed too high or too low.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min(): Applied to a list of player distances to identify the "closest" guess and declare the round winner.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23824592" name="Picture 4" descr="A purple and blue text&#10;&#10;Description automatically generated"/>
          <p:cNvPicPr/>
          <p:nvPr/>
        </p:nvPicPr>
        <p:blipFill rotWithShape="1">
          <a:blip r:embed="rId3"/>
          <a:srcRect l="0" t="8172" r="0" b="5617"/>
          <a:stretch/>
        </p:blipFill>
        <p:spPr bwMode="auto">
          <a:xfrm>
            <a:off x="5759640" y="2917440"/>
            <a:ext cx="6338160" cy="1044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0825104" name="PlaceHolder 1"/>
          <p:cNvSpPr>
            <a:spLocks noGrp="1"/>
          </p:cNvSpPr>
          <p:nvPr>
            <p:ph type="title"/>
          </p:nvPr>
        </p:nvSpPr>
        <p:spPr bwMode="auto">
          <a:xfrm>
            <a:off x="685800" y="-16416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4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GAME 4: Snake 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28517395" name="PlaceHolder 2"/>
          <p:cNvSpPr>
            <a:spLocks noGrp="1"/>
          </p:cNvSpPr>
          <p:nvPr>
            <p:ph/>
          </p:nvPr>
        </p:nvSpPr>
        <p:spPr bwMode="auto">
          <a:xfrm>
            <a:off x="114480" y="1103400"/>
            <a:ext cx="6920640" cy="575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Purpose: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Demonstrates real-time coordination tracking and collision detection within a terminal environment. 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Python Functions &amp; Logic: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curses.wrapper()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: Switches the terminal into a "game window" that allows for colored graphics and exact positioning of characters. 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Coordinate Management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: Stores the snake's body as a </a:t>
            </a: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list of (x, y) points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to track every segment on the 28 X 14 grid. 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_is_wall()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: A boundary check that ends the game instantly if the snake's head hits the edge of the grid. 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_spawn_apple()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: scans for empty spaces to ensure new apples don't appear inside walls or the snake's body. 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stdscr.timeout()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: Sets the </a:t>
            </a:r>
            <a:r>
              <a:rPr lang="en-US" sz="2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game speed</a:t>
            </a: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(0.12s), which determines how fast the snake moves and how often the screen refreshes. </a:t>
            </a:r>
            <a:endParaRPr lang="en-US" sz="2400" b="0" u="none" strike="noStrike">
              <a:solidFill>
                <a:schemeClr val="lt1"/>
              </a:solidFill>
              <a:latin typeface="Calibri"/>
            </a:endParaRPr>
          </a:p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endParaRPr lang="en-US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27248463" name="Picture 4" descr="A computer screen shot of a white rectangle&#10;&#10;Description automatically generated"/>
          <p:cNvPicPr/>
          <p:nvPr/>
        </p:nvPicPr>
        <p:blipFill rotWithShape="1">
          <a:blip r:embed="rId3"/>
          <a:stretch/>
        </p:blipFill>
        <p:spPr bwMode="auto">
          <a:xfrm>
            <a:off x="6896160" y="2836440"/>
            <a:ext cx="5282640" cy="2077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28586" name="PlaceHolder 1"/>
          <p:cNvSpPr>
            <a:spLocks noGrp="1"/>
          </p:cNvSpPr>
          <p:nvPr>
            <p:ph type="title"/>
          </p:nvPr>
        </p:nvSpPr>
        <p:spPr bwMode="auto">
          <a:xfrm>
            <a:off x="720360" y="-168480"/>
            <a:ext cx="10130760" cy="145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5400" b="1" u="none" strike="noStrike" cap="all">
                <a:solidFill>
                  <a:schemeClr val="lt1"/>
                </a:solidFill>
                <a:latin typeface="Times New Roman"/>
                <a:ea typeface="Arial"/>
              </a:rPr>
              <a:t>Game 5: Pacman chase</a:t>
            </a:r>
            <a:endParaRPr lang="en-US" sz="5400" b="0" u="none" strike="noStrike" cap="all">
              <a:solidFill>
                <a:schemeClr val="lt1"/>
              </a:solidFill>
              <a:latin typeface="Calibri Light"/>
            </a:endParaRPr>
          </a:p>
        </p:txBody>
      </p:sp>
      <p:sp>
        <p:nvSpPr>
          <p:cNvPr id="1525532764" name="PlaceHolder 2"/>
          <p:cNvSpPr>
            <a:spLocks noGrp="1"/>
          </p:cNvSpPr>
          <p:nvPr>
            <p:ph/>
          </p:nvPr>
        </p:nvSpPr>
        <p:spPr bwMode="auto">
          <a:xfrm>
            <a:off x="178560" y="1208520"/>
            <a:ext cx="6611400" cy="520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0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Purpose:</a:t>
            </a:r>
            <a:r>
              <a:rPr lang="en-US" sz="20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The technical centerpiece. It demonstrates real-time hardware interaction, collision detection, and automated enemy intelligence.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000" b="1" u="none" strike="noStrike">
                <a:solidFill>
                  <a:schemeClr val="lt1"/>
                </a:solidFill>
                <a:latin typeface="Times New Roman"/>
                <a:ea typeface="Arial"/>
              </a:rPr>
              <a:t>Python Functions &amp; Logic: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Times New Roman"/>
                <a:ea typeface="Arial"/>
              </a:rPr>
              <a:t>curses.initscr(): Initializes the terminal into "window mode" to allow for coordinate-based graphics rather than scrolling text.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000" b="1" u="none" strike="noStrike">
                <a:solidFill>
                  <a:schemeClr val="lt1"/>
                </a:solidFill>
                <a:latin typeface="Times New Roman"/>
                <a:ea typeface="Arial"/>
              </a:rPr>
              <a:t>BFS Algorithm (Breadth-First Search):</a:t>
            </a:r>
            <a:r>
              <a:rPr lang="en-US" sz="20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A custom function that calculates the shortest path from the ghost to the player's coordinates through the maze.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Times New Roman"/>
                <a:ea typeface="Arial"/>
              </a:rPr>
              <a:t>stdscr.nodelay(True): Sets the terminal to "non-blocking" mode, allowing the game loop (and ghosts) to keep moving even if no key is pressed.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/>
            </a:pPr>
            <a:r>
              <a:rPr lang="en-US" sz="2000" b="0" u="none" strike="noStrike">
                <a:solidFill>
                  <a:schemeClr val="lt1"/>
                </a:solidFill>
                <a:latin typeface="Times New Roman"/>
                <a:ea typeface="Arial"/>
              </a:rPr>
              <a:t>stdscr.getch(): Captures real-time keyboard hits (Arrow keys) to update the player's X and Y coordinates on the grid.</a:t>
            </a:r>
            <a:endParaRPr lang="en-US" sz="20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54046416" name="Picture 4" descr="A screenshot of a video game&#10;&#10;Description automatically generated"/>
          <p:cNvPicPr/>
          <p:nvPr/>
        </p:nvPicPr>
        <p:blipFill rotWithShape="1">
          <a:blip r:embed="rId3"/>
          <a:stretch/>
        </p:blipFill>
        <p:spPr bwMode="auto">
          <a:xfrm>
            <a:off x="6946920" y="1287720"/>
            <a:ext cx="4774320" cy="4662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4029085" name="PlaceHolder 1"/>
          <p:cNvSpPr>
            <a:spLocks noGrp="1"/>
          </p:cNvSpPr>
          <p:nvPr>
            <p:ph/>
          </p:nvPr>
        </p:nvSpPr>
        <p:spPr bwMode="auto">
          <a:xfrm>
            <a:off x="884879" y="-131760"/>
            <a:ext cx="10130760" cy="15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/>
            </a:pPr>
            <a:r>
              <a:rPr lang="en-US" sz="5400" b="1" u="none" strike="noStrike">
                <a:solidFill>
                  <a:schemeClr val="lt1"/>
                </a:solidFill>
                <a:latin typeface="Times New Roman"/>
                <a:ea typeface="Arial"/>
              </a:rPr>
              <a:t>How to Play</a:t>
            </a:r>
            <a:endParaRPr lang="en-US" sz="5400" b="0" u="none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0643669" name="TextBox 3"/>
          <p:cNvSpPr/>
          <p:nvPr/>
        </p:nvSpPr>
        <p:spPr bwMode="auto">
          <a:xfrm>
            <a:off x="1030320" y="1212480"/>
            <a:ext cx="10144800" cy="23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343080" indent="-343080" defTabSz="45720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Ensure that all raspberry pis are on the same network and that python is installed on hardware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Launch the game (host): open the terminal and navigate to the game folder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launch the game (player): open the terminal and navigate to the game folder. When prompted type the host’s IP address to join the game.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 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74357700" name="Picture 5" descr="A screenshot of a computer&#10;&#10;Description automatically generated"/>
          <p:cNvPicPr/>
          <p:nvPr/>
        </p:nvPicPr>
        <p:blipFill rotWithShape="1">
          <a:blip r:embed="rId3"/>
          <a:stretch/>
        </p:blipFill>
        <p:spPr bwMode="auto">
          <a:xfrm>
            <a:off x="1465200" y="3207600"/>
            <a:ext cx="7771680" cy="172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1731953" name="TextBox 6"/>
          <p:cNvSpPr/>
          <p:nvPr/>
        </p:nvSpPr>
        <p:spPr bwMode="auto">
          <a:xfrm>
            <a:off x="968760" y="4933440"/>
            <a:ext cx="9525240" cy="46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defRPr/>
            </a:pPr>
            <a:r>
              <a:rPr lang="en-US" sz="2400" b="0" u="none" strike="noStrike">
                <a:solidFill>
                  <a:schemeClr val="lt1"/>
                </a:solidFill>
                <a:latin typeface="Times New Roman"/>
                <a:ea typeface="Arial"/>
              </a:rPr>
              <a:t>5. Let’s play!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08162058" name="Picture 5" descr="A screenshot of a computer&#10;&#10;Description automatically generated"/>
          <p:cNvPicPr/>
          <p:nvPr/>
        </p:nvPicPr>
        <p:blipFill rotWithShape="1">
          <a:blip r:embed="rId3"/>
          <a:srcRect l="74536" t="81275" r="1751" b="3995"/>
          <a:stretch/>
        </p:blipFill>
        <p:spPr bwMode="auto">
          <a:xfrm>
            <a:off x="1519920" y="4260600"/>
            <a:ext cx="2514240" cy="253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1287427" name="Picture 1" descr="A screenshot of a computer&#10;&#10;Description automatically generated"/>
          <p:cNvPicPr/>
          <p:nvPr/>
        </p:nvPicPr>
        <p:blipFill rotWithShape="1">
          <a:blip r:embed="rId3"/>
          <a:srcRect l="74536" t="81275" r="1751" b="3995"/>
          <a:stretch/>
        </p:blipFill>
        <p:spPr bwMode="auto">
          <a:xfrm>
            <a:off x="5704560" y="4273560"/>
            <a:ext cx="251424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8773977" name=""/>
          <p:cNvSpPr/>
          <p:nvPr/>
        </p:nvSpPr>
        <p:spPr bwMode="auto">
          <a:xfrm>
            <a:off x="5679000" y="4275000"/>
            <a:ext cx="14072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defRPr/>
            </a:pPr>
            <a:r>
              <a:rPr lang="en-US" sz="950" b="0" u="none" strike="noStrike">
                <a:solidFill>
                  <a:srgbClr val="FFFFFF"/>
                </a:solidFill>
                <a:latin typeface="Arial"/>
              </a:rPr>
              <a:t>Use </a:t>
            </a:r>
            <a:r>
              <a:rPr lang="en-US" sz="950" b="1" u="none" strike="noStrike">
                <a:solidFill>
                  <a:srgbClr val="FFFFFF"/>
                </a:solidFill>
                <a:latin typeface="Arial"/>
              </a:rPr>
              <a:t>WASD</a:t>
            </a:r>
            <a:r>
              <a:rPr lang="en-US" sz="950" b="0" u="none" strike="noStrike">
                <a:solidFill>
                  <a:srgbClr val="FFFFFF"/>
                </a:solidFill>
                <a:latin typeface="Arial"/>
              </a:rPr>
              <a:t> to move</a:t>
            </a:r>
            <a:endParaRPr lang="en-US" sz="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3243060" name=""/>
          <p:cNvSpPr/>
          <p:nvPr/>
        </p:nvSpPr>
        <p:spPr bwMode="auto">
          <a:xfrm>
            <a:off x="1483920" y="4275360"/>
            <a:ext cx="251424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defRPr/>
            </a:pPr>
            <a:r>
              <a:rPr lang="en-US" sz="950" b="0" u="none" strike="noStrike">
                <a:solidFill>
                  <a:srgbClr val="FFFFFF"/>
                </a:solidFill>
                <a:latin typeface="Arial"/>
                <a:ea typeface="Noto Sans CJK SC"/>
              </a:rPr>
              <a:t> </a:t>
            </a:r>
            <a:r>
              <a:rPr lang="en-US" sz="950" b="1" u="none" strike="noStrike">
                <a:solidFill>
                  <a:srgbClr val="FFFFFF"/>
                </a:solidFill>
                <a:latin typeface="Arial"/>
                <a:ea typeface="Noto Sans CJK SC"/>
              </a:rPr>
              <a:t>PacMan Chase</a:t>
            </a:r>
            <a:r>
              <a:rPr lang="en-US" sz="950" b="0" u="none" strike="noStrike">
                <a:solidFill>
                  <a:srgbClr val="FFFFFF"/>
                </a:solidFill>
                <a:latin typeface="Arial"/>
                <a:ea typeface="Noto Sans CJK SC"/>
              </a:rPr>
              <a:t> </a:t>
            </a:r>
            <a:r>
              <a:rPr lang="en-US" sz="950" b="0" u="none" strike="noStrike">
                <a:solidFill>
                  <a:srgbClr val="FFFFFF"/>
                </a:solidFill>
                <a:latin typeface="Arial"/>
              </a:rPr>
              <a:t>and the </a:t>
            </a:r>
            <a:r>
              <a:rPr lang="en-US" sz="950" b="1" u="none" strike="noStrike">
                <a:solidFill>
                  <a:srgbClr val="FFFFFF"/>
                </a:solidFill>
                <a:latin typeface="Arial"/>
              </a:rPr>
              <a:t>Snake Game</a:t>
            </a:r>
            <a:endParaRPr lang="en-US" sz="95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Relationship Id="rId1" Type="http://schemas.openxmlformats.org/officeDocument/2006/relationships/image" Target="../media/image1.jpg"/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Celestial">
  <a:themeElements>
    <a:clrScheme name="Celestial">
      <a:dk1>
        <a:srgbClr val="000000"/>
      </a:dk1>
      <a:lt1>
        <a:srgbClr val="FFFFFF"/>
      </a:lt1>
      <a:dk2>
        <a:srgbClr val="16476F"/>
      </a:dk2>
      <a:lt2>
        <a:srgbClr val="EBEBEB"/>
      </a:lt2>
      <a:accent1>
        <a:srgbClr val="E5B458"/>
      </a:accent1>
      <a:accent2>
        <a:srgbClr val="F77754"/>
      </a:accent2>
      <a:accent3>
        <a:srgbClr val="D8507E"/>
      </a:accent3>
      <a:accent4>
        <a:srgbClr val="BC70EE"/>
      </a:accent4>
      <a:accent5>
        <a:srgbClr val="3CA2E2"/>
      </a:accent5>
      <a:accent6>
        <a:srgbClr val="91BF77"/>
      </a:accent6>
      <a:hlink>
        <a:srgbClr val="71DDAB"/>
      </a:hlink>
      <a:folHlink>
        <a:srgbClr val="A6E4C7"/>
      </a:folHlink>
    </a:clrScheme>
    <a:fontScheme name="Celestial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shade val="96000"/>
                <a:lumMod val="110000"/>
              </a:schemeClr>
            </a:gs>
            <a:gs pos="100000">
              <a:schemeClr val="phClr">
                <a:shade val="96000"/>
                <a:lumMod val="100000"/>
              </a:schemeClr>
            </a:gs>
          </a:gsLst>
          <a:lin ang="4740000" scaled="1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0</TotalTime>
  <Words>0</Words>
  <Application>ONLYOFFICE/9.3.1.8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Gabrielle Panuelos</dc:creator>
  <dc:description/>
  <dc:language>en-US</dc:language>
  <cp:lastModifiedBy/>
  <cp:revision>11</cp:revision>
  <dcterms:created xsi:type="dcterms:W3CDTF">2026-04-28T13:36:38Z</dcterms:created>
  <dcterms:modified xsi:type="dcterms:W3CDTF">2026-05-07T02:03:50Z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8</vt:i4>
  </property>
  <property fmtid="{D5CDD505-2E9C-101B-9397-08002B2CF9AE}" pid="4" name="PresentationFormat">
    <vt:lpwstr>On-screen Show (4:3)</vt:lpwstr>
  </property>
  <property fmtid="{D5CDD505-2E9C-101B-9397-08002B2CF9AE}" pid="5" name="Slides">
    <vt:i4>8</vt:i4>
  </property>
</Properties>
</file>