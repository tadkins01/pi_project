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1107989184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12741" name="PlaceHolder 1"/>
          <p:cNvSpPr>
            <a:spLocks noGrp="1"/>
          </p:cNvSpPr>
          <p:nvPr>
            <p:ph type="sldImg"/>
          </p:nvPr>
        </p:nvSpPr>
        <p:spPr bwMode="auto"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r" defTabSz="457200">
              <a:tabLst>
                <a:tab pos="0" algn="l"/>
              </a:tabLst>
              <a:defRPr/>
            </a:pPr>
            <a:r>
              <a:rPr lang="en-US" sz="4800" b="0" u="none" strike="noStrike" cap="all">
                <a:solidFill>
                  <a:schemeClr val="lt1"/>
                </a:solidFill>
                <a:latin typeface="Calibri Light"/>
              </a:rPr>
              <a:t>Click to move the slide</a:t>
            </a:r>
            <a:endParaRPr lang="en-US" sz="4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12886874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498301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846870" name="PlaceHolder 4"/>
          <p:cNvSpPr>
            <a:spLocks noGrp="1"/>
          </p:cNvSpPr>
          <p:nvPr>
            <p:ph type="dt" idx="52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522102" name="PlaceHolder 5"/>
          <p:cNvSpPr>
            <a:spLocks noGrp="1"/>
          </p:cNvSpPr>
          <p:nvPr>
            <p:ph type="ftr" idx="53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351587" name="PlaceHolder 6"/>
          <p:cNvSpPr>
            <a:spLocks noGrp="1"/>
          </p:cNvSpPr>
          <p:nvPr>
            <p:ph type="sldNum" idx="54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A6ECBD4C-6D2D-4A4F-B84A-83D350458DCB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25006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619818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680763" name="PlaceHolder 3"/>
          <p:cNvSpPr>
            <a:spLocks noGrp="1"/>
          </p:cNvSpPr>
          <p:nvPr>
            <p:ph type="sldNum" idx="5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089368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163849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746365" name="PlaceHolder 3"/>
          <p:cNvSpPr>
            <a:spLocks noGrp="1"/>
          </p:cNvSpPr>
          <p:nvPr>
            <p:ph type="sldNum" idx="5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7606444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82166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475570" name="PlaceHolder 3"/>
          <p:cNvSpPr>
            <a:spLocks noGrp="1"/>
          </p:cNvSpPr>
          <p:nvPr>
            <p:ph type="sldNum" idx="57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701217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106690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652380" name="PlaceHolder 3"/>
          <p:cNvSpPr>
            <a:spLocks noGrp="1"/>
          </p:cNvSpPr>
          <p:nvPr>
            <p:ph type="sldNum" idx="58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287471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9557110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757488" name="PlaceHolder 3"/>
          <p:cNvSpPr>
            <a:spLocks noGrp="1"/>
          </p:cNvSpPr>
          <p:nvPr>
            <p:ph type="sldNum" idx="59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6787448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527561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631920" name="PlaceHolder 3"/>
          <p:cNvSpPr>
            <a:spLocks noGrp="1"/>
          </p:cNvSpPr>
          <p:nvPr>
            <p:ph type="sldNum" idx="60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6417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929397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302660" name="PlaceHolder 3"/>
          <p:cNvSpPr>
            <a:spLocks noGrp="1"/>
          </p:cNvSpPr>
          <p:nvPr>
            <p:ph type="sldNum" idx="61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027600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97385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890071" name="PlaceHolder 3"/>
          <p:cNvSpPr>
            <a:spLocks noGrp="1"/>
          </p:cNvSpPr>
          <p:nvPr>
            <p:ph type="sldNum" idx="62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65217405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7312220" name="PlaceHolder 1"/>
          <p:cNvSpPr>
            <a:spLocks noGrp="1"/>
          </p:cNvSpPr>
          <p:nvPr>
            <p:ph type="title"/>
          </p:nvPr>
        </p:nvSpPr>
        <p:spPr bwMode="auto">
          <a:xfrm>
            <a:off x="8658720" y="609480"/>
            <a:ext cx="215784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47620548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609480"/>
            <a:ext cx="783144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976273" name="PlaceHolder 3"/>
          <p:cNvSpPr>
            <a:spLocks noGrp="1"/>
          </p:cNvSpPr>
          <p:nvPr>
            <p:ph type="dt" idx="1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192111" name="PlaceHolder 4"/>
          <p:cNvSpPr>
            <a:spLocks noGrp="1"/>
          </p:cNvSpPr>
          <p:nvPr>
            <p:ph type="ftr" idx="2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5267009" name="PlaceHolder 5"/>
          <p:cNvSpPr>
            <a:spLocks noGrp="1"/>
          </p:cNvSpPr>
          <p:nvPr>
            <p:ph type="sldNum" idx="3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C8BCA7C-CFB1-422E-8BC1-B68ED4A9ED3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4654237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3957096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49487114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1013076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488442" name="PlaceHolder 3"/>
          <p:cNvSpPr>
            <a:spLocks noGrp="1"/>
          </p:cNvSpPr>
          <p:nvPr>
            <p:ph type="dt" idx="4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387858" name="PlaceHolder 4"/>
          <p:cNvSpPr>
            <a:spLocks noGrp="1"/>
          </p:cNvSpPr>
          <p:nvPr>
            <p:ph type="ftr" idx="5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122981" name="PlaceHolder 5"/>
          <p:cNvSpPr>
            <a:spLocks noGrp="1"/>
          </p:cNvSpPr>
          <p:nvPr>
            <p:ph type="sldNum" idx="6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5FB2A6F-7C28-4ADA-A9EE-A2DFE3724969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08201270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1396566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3308760"/>
            <a:ext cx="1013076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40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40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89311953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777560"/>
            <a:ext cx="1013076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 cap="all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 cap="all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8224123" name="PlaceHolder 3"/>
          <p:cNvSpPr>
            <a:spLocks noGrp="1"/>
          </p:cNvSpPr>
          <p:nvPr>
            <p:ph type="dt" idx="7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507433" name="PlaceHolder 4"/>
          <p:cNvSpPr>
            <a:spLocks noGrp="1"/>
          </p:cNvSpPr>
          <p:nvPr>
            <p:ph type="ftr" idx="8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584821" name="PlaceHolder 5"/>
          <p:cNvSpPr>
            <a:spLocks noGrp="1"/>
          </p:cNvSpPr>
          <p:nvPr>
            <p:ph type="sldNum" idx="9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CFCD5CA-5B01-4A21-A9C5-0CCAA0B61694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394217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3137744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72753892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4994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794957" name="PlaceHolder 3"/>
          <p:cNvSpPr>
            <a:spLocks noGrp="1"/>
          </p:cNvSpPr>
          <p:nvPr>
            <p:ph type="body"/>
          </p:nvPr>
        </p:nvSpPr>
        <p:spPr bwMode="auto">
          <a:xfrm>
            <a:off x="5821920" y="2142000"/>
            <a:ext cx="4994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6019045" name="PlaceHolder 4"/>
          <p:cNvSpPr>
            <a:spLocks noGrp="1"/>
          </p:cNvSpPr>
          <p:nvPr>
            <p:ph type="dt" idx="10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019327" name="PlaceHolder 5"/>
          <p:cNvSpPr>
            <a:spLocks noGrp="1"/>
          </p:cNvSpPr>
          <p:nvPr>
            <p:ph type="ftr" idx="11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767207" name="PlaceHolder 6"/>
          <p:cNvSpPr>
            <a:spLocks noGrp="1"/>
          </p:cNvSpPr>
          <p:nvPr>
            <p:ph type="sldNum" idx="12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470ABAD-6B43-485E-9AFF-40F9D59A52D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834812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599451394" name="PlaceHolder 2"/>
          <p:cNvSpPr>
            <a:spLocks noGrp="1"/>
          </p:cNvSpPr>
          <p:nvPr>
            <p:ph type="body"/>
          </p:nvPr>
        </p:nvSpPr>
        <p:spPr bwMode="auto">
          <a:xfrm>
            <a:off x="973800" y="2218320"/>
            <a:ext cx="470844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6899" name="PlaceHolder 3"/>
          <p:cNvSpPr>
            <a:spLocks noGrp="1"/>
          </p:cNvSpPr>
          <p:nvPr>
            <p:ph type="body"/>
          </p:nvPr>
        </p:nvSpPr>
        <p:spPr bwMode="auto">
          <a:xfrm>
            <a:off x="685800" y="2870280"/>
            <a:ext cx="499608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927476" name="PlaceHolder 4"/>
          <p:cNvSpPr>
            <a:spLocks noGrp="1"/>
          </p:cNvSpPr>
          <p:nvPr>
            <p:ph type="body"/>
          </p:nvPr>
        </p:nvSpPr>
        <p:spPr bwMode="auto">
          <a:xfrm>
            <a:off x="6095880" y="2226600"/>
            <a:ext cx="472212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7993246" name="PlaceHolder 5"/>
          <p:cNvSpPr>
            <a:spLocks noGrp="1"/>
          </p:cNvSpPr>
          <p:nvPr>
            <p:ph type="body"/>
          </p:nvPr>
        </p:nvSpPr>
        <p:spPr bwMode="auto">
          <a:xfrm>
            <a:off x="5823360" y="2870280"/>
            <a:ext cx="499464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994216" name="PlaceHolder 6"/>
          <p:cNvSpPr>
            <a:spLocks noGrp="1"/>
          </p:cNvSpPr>
          <p:nvPr>
            <p:ph type="dt" idx="13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3194574" name="PlaceHolder 7"/>
          <p:cNvSpPr>
            <a:spLocks noGrp="1"/>
          </p:cNvSpPr>
          <p:nvPr>
            <p:ph type="ftr" idx="14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6952266" name="PlaceHolder 8"/>
          <p:cNvSpPr>
            <a:spLocks noGrp="1"/>
          </p:cNvSpPr>
          <p:nvPr>
            <p:ph type="sldNum" idx="15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CCB0756-A1FF-44B3-8E6A-8BC8C1EB40B5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4302575" name="Picture 5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000832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297101673" name="PlaceHolder 2"/>
          <p:cNvSpPr>
            <a:spLocks noGrp="1"/>
          </p:cNvSpPr>
          <p:nvPr>
            <p:ph type="dt" idx="16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397932" name="PlaceHolder 3"/>
          <p:cNvSpPr>
            <a:spLocks noGrp="1"/>
          </p:cNvSpPr>
          <p:nvPr>
            <p:ph type="ftr" idx="17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9428650" name="PlaceHolder 4"/>
          <p:cNvSpPr>
            <a:spLocks noGrp="1"/>
          </p:cNvSpPr>
          <p:nvPr>
            <p:ph type="sldNum" idx="18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1E0421A-7680-4354-8599-A705BC6618BC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391368" name="Picture 4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1097240" name="PlaceHolder 1"/>
          <p:cNvSpPr>
            <a:spLocks noGrp="1"/>
          </p:cNvSpPr>
          <p:nvPr>
            <p:ph type="dt" idx="19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8972386" name="PlaceHolder 2"/>
          <p:cNvSpPr>
            <a:spLocks noGrp="1"/>
          </p:cNvSpPr>
          <p:nvPr>
            <p:ph type="ftr" idx="20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7371464" name="PlaceHolder 3"/>
          <p:cNvSpPr>
            <a:spLocks noGrp="1"/>
          </p:cNvSpPr>
          <p:nvPr>
            <p:ph type="sldNum" idx="21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2BE111B-DC42-4988-A877-38D06BB0E327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29047576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0825408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2074320"/>
            <a:ext cx="368028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016620439" name="PlaceHolder 2"/>
          <p:cNvSpPr>
            <a:spLocks noGrp="1"/>
          </p:cNvSpPr>
          <p:nvPr>
            <p:ph type="body"/>
          </p:nvPr>
        </p:nvSpPr>
        <p:spPr bwMode="auto">
          <a:xfrm>
            <a:off x="4648320" y="609480"/>
            <a:ext cx="61682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724365" name="PlaceHolder 3"/>
          <p:cNvSpPr>
            <a:spLocks noGrp="1"/>
          </p:cNvSpPr>
          <p:nvPr>
            <p:ph type="body"/>
          </p:nvPr>
        </p:nvSpPr>
        <p:spPr bwMode="auto">
          <a:xfrm>
            <a:off x="685800" y="3445920"/>
            <a:ext cx="3680280" cy="182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8488094" name="PlaceHolder 4"/>
          <p:cNvSpPr>
            <a:spLocks noGrp="1"/>
          </p:cNvSpPr>
          <p:nvPr>
            <p:ph type="dt" idx="22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8244329" name="PlaceHolder 5"/>
          <p:cNvSpPr>
            <a:spLocks noGrp="1"/>
          </p:cNvSpPr>
          <p:nvPr>
            <p:ph type="ftr" idx="23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8630731" name="PlaceHolder 6"/>
          <p:cNvSpPr>
            <a:spLocks noGrp="1"/>
          </p:cNvSpPr>
          <p:nvPr>
            <p:ph type="sldNum" idx="24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F77A837-AABD-4FB6-AF36-FD31C05A9721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3976411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9607974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1600200"/>
            <a:ext cx="616392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8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456456454" name="PlaceHolder 2"/>
          <p:cNvSpPr>
            <a:spLocks noGrp="1"/>
          </p:cNvSpPr>
          <p:nvPr>
            <p:ph type="body"/>
          </p:nvPr>
        </p:nvSpPr>
        <p:spPr bwMode="auto">
          <a:xfrm>
            <a:off x="7536240" y="914400"/>
            <a:ext cx="3280320" cy="4571280"/>
          </a:xfrm>
          <a:prstGeom prst="rect">
            <a:avLst/>
          </a:prstGeom>
          <a:noFill/>
          <a:ln w="50760" cap="sq">
            <a:solidFill>
              <a:srgbClr val="FFFFFF"/>
            </a:solidFill>
            <a:miter/>
          </a:ln>
          <a:effectLst>
            <a:outerShdw blurRad="254160" dist="0" dir="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336984" name="PlaceHolder 3"/>
          <p:cNvSpPr>
            <a:spLocks noGrp="1"/>
          </p:cNvSpPr>
          <p:nvPr>
            <p:ph type="body"/>
          </p:nvPr>
        </p:nvSpPr>
        <p:spPr bwMode="auto">
          <a:xfrm>
            <a:off x="685800" y="2971800"/>
            <a:ext cx="6163920" cy="182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074502" name="PlaceHolder 4"/>
          <p:cNvSpPr>
            <a:spLocks noGrp="1"/>
          </p:cNvSpPr>
          <p:nvPr>
            <p:ph type="dt" idx="25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0501633" name="PlaceHolder 5"/>
          <p:cNvSpPr>
            <a:spLocks noGrp="1"/>
          </p:cNvSpPr>
          <p:nvPr>
            <p:ph type="ftr" idx="26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265934" name="PlaceHolder 6"/>
          <p:cNvSpPr>
            <a:spLocks noGrp="1"/>
          </p:cNvSpPr>
          <p:nvPr>
            <p:ph type="sldNum" idx="27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1B26C3-1CF8-477E-AA96-F6959025695D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1131037" name="Picture 6" descr="Celestia-R1---OverlayTitle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5511959" name="PlaceHolder 1"/>
          <p:cNvSpPr>
            <a:spLocks noGrp="1"/>
          </p:cNvSpPr>
          <p:nvPr>
            <p:ph type="title"/>
          </p:nvPr>
        </p:nvSpPr>
        <p:spPr bwMode="auto">
          <a:xfrm>
            <a:off x="3962519" y="1964160"/>
            <a:ext cx="7197120" cy="242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48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48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4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606156403" name="PlaceHolder 2"/>
          <p:cNvSpPr>
            <a:spLocks noGrp="1"/>
          </p:cNvSpPr>
          <p:nvPr>
            <p:ph type="dt" idx="28"/>
          </p:nvPr>
        </p:nvSpPr>
        <p:spPr bwMode="auto">
          <a:xfrm>
            <a:off x="893268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599358" name="PlaceHolder 3"/>
          <p:cNvSpPr>
            <a:spLocks noGrp="1"/>
          </p:cNvSpPr>
          <p:nvPr>
            <p:ph type="ftr" idx="29"/>
          </p:nvPr>
        </p:nvSpPr>
        <p:spPr bwMode="auto">
          <a:xfrm>
            <a:off x="3962519" y="5870520"/>
            <a:ext cx="489312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6527586" name="PlaceHolder 4"/>
          <p:cNvSpPr>
            <a:spLocks noGrp="1"/>
          </p:cNvSpPr>
          <p:nvPr>
            <p:ph type="sldNum" idx="30"/>
          </p:nvPr>
        </p:nvSpPr>
        <p:spPr bwMode="auto">
          <a:xfrm>
            <a:off x="1060884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31368D3-6855-476C-8305-002EC939C167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489960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079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 lang="en-US" sz="1600" b="0" u="none" strike="noStrike">
                <a:solidFill>
                  <a:schemeClr val="lt1"/>
                </a:solidFill>
                <a:latin typeface="Calibri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 lang="en-US" sz="1400" b="0" u="none" strike="noStrike">
                <a:solidFill>
                  <a:schemeClr val="lt1"/>
                </a:solidFill>
                <a:latin typeface="Calibri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 lang="en-US" sz="1200" b="0" u="none" strike="noStrike">
                <a:solidFill>
                  <a:schemeClr val="lt1"/>
                </a:solidFill>
                <a:latin typeface="Calibri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 lang="en-US" sz="1200" b="0" u="none" strike="noStrike">
                <a:solidFill>
                  <a:schemeClr val="lt1"/>
                </a:solidFill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lt1"/>
                </a:solidFill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lt1"/>
                </a:solidFill>
                <a:latin typeface="Calibri"/>
              </a:defRPr>
            </a:lvl7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</a:rPr>
              <a:t>Second Outline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</a:rPr>
              <a:t>Third Outline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</a:rPr>
              <a:t>Fourth Outline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</a:rPr>
              <a:t>Fifth Outline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anoramic 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5609699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8407320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4732920"/>
            <a:ext cx="1013076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512163874" name="PlaceHolder 2"/>
          <p:cNvSpPr>
            <a:spLocks noGrp="1"/>
          </p:cNvSpPr>
          <p:nvPr>
            <p:ph type="body"/>
          </p:nvPr>
        </p:nvSpPr>
        <p:spPr bwMode="auto">
          <a:xfrm>
            <a:off x="1371600" y="932040"/>
            <a:ext cx="8759160" cy="3164400"/>
          </a:xfrm>
          <a:prstGeom prst="rect">
            <a:avLst/>
          </a:prstGeom>
          <a:noFill/>
          <a:ln w="50760" cap="sq">
            <a:solidFill>
              <a:srgbClr val="FFFFFF"/>
            </a:solidFill>
            <a:miter/>
          </a:ln>
          <a:effectLst>
            <a:outerShdw blurRad="254160" dist="0" dir="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4978049" name="PlaceHolder 3"/>
          <p:cNvSpPr>
            <a:spLocks noGrp="1"/>
          </p:cNvSpPr>
          <p:nvPr>
            <p:ph type="body"/>
          </p:nvPr>
        </p:nvSpPr>
        <p:spPr bwMode="auto">
          <a:xfrm>
            <a:off x="685800" y="5299560"/>
            <a:ext cx="1013076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9713708" name="PlaceHolder 4"/>
          <p:cNvSpPr>
            <a:spLocks noGrp="1"/>
          </p:cNvSpPr>
          <p:nvPr>
            <p:ph type="dt" idx="31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256717" name="PlaceHolder 5"/>
          <p:cNvSpPr>
            <a:spLocks noGrp="1"/>
          </p:cNvSpPr>
          <p:nvPr>
            <p:ph type="ftr" idx="32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066311" name="PlaceHolder 6"/>
          <p:cNvSpPr>
            <a:spLocks noGrp="1"/>
          </p:cNvSpPr>
          <p:nvPr>
            <p:ph type="sldNum" idx="33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7D4E72D-9C00-4AF4-BEB6-611565818B73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and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76727817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330673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31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84127324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101307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2132314" name="PlaceHolder 3"/>
          <p:cNvSpPr>
            <a:spLocks noGrp="1"/>
          </p:cNvSpPr>
          <p:nvPr>
            <p:ph type="dt" idx="34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6189927" name="PlaceHolder 4"/>
          <p:cNvSpPr>
            <a:spLocks noGrp="1"/>
          </p:cNvSpPr>
          <p:nvPr>
            <p:ph type="ftr" idx="35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544081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A30DCE5-7C2E-4128-929E-7B70510F9CCE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9205727" name="Picture 10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6415220" name="TextBox 11"/>
          <p:cNvSpPr/>
          <p:nvPr/>
        </p:nvSpPr>
        <p:spPr bwMode="auto">
          <a:xfrm>
            <a:off x="10238040" y="2743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144442" name="TextBox 12"/>
          <p:cNvSpPr/>
          <p:nvPr/>
        </p:nvSpPr>
        <p:spPr bwMode="auto">
          <a:xfrm>
            <a:off x="488160" y="82332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309169" name="PlaceHolder 1"/>
          <p:cNvSpPr>
            <a:spLocks noGrp="1"/>
          </p:cNvSpPr>
          <p:nvPr>
            <p:ph type="title"/>
          </p:nvPr>
        </p:nvSpPr>
        <p:spPr bwMode="auto">
          <a:xfrm>
            <a:off x="992160" y="609480"/>
            <a:ext cx="954972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42252333" name="PlaceHolder 2"/>
          <p:cNvSpPr>
            <a:spLocks noGrp="1"/>
          </p:cNvSpPr>
          <p:nvPr>
            <p:ph type="body"/>
          </p:nvPr>
        </p:nvSpPr>
        <p:spPr bwMode="auto">
          <a:xfrm>
            <a:off x="1098000" y="3352680"/>
            <a:ext cx="93384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61342" name="PlaceHolder 3"/>
          <p:cNvSpPr>
            <a:spLocks noGrp="1"/>
          </p:cNvSpPr>
          <p:nvPr>
            <p:ph type="body"/>
          </p:nvPr>
        </p:nvSpPr>
        <p:spPr bwMode="auto">
          <a:xfrm>
            <a:off x="687600" y="4343400"/>
            <a:ext cx="1015164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7417119" name="PlaceHolder 4"/>
          <p:cNvSpPr>
            <a:spLocks noGrp="1"/>
          </p:cNvSpPr>
          <p:nvPr>
            <p:ph type="dt" idx="37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6878803" name="PlaceHolder 5"/>
          <p:cNvSpPr>
            <a:spLocks noGrp="1"/>
          </p:cNvSpPr>
          <p:nvPr>
            <p:ph type="ftr" idx="38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2554580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0B4F7FE-AA02-4DE0-BC6D-612C6EFA9D56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ame Card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01571251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9882759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3308760"/>
            <a:ext cx="1013076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17187970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777560"/>
            <a:ext cx="1013076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1843529" name="PlaceHolder 3"/>
          <p:cNvSpPr>
            <a:spLocks noGrp="1"/>
          </p:cNvSpPr>
          <p:nvPr>
            <p:ph type="dt" idx="40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591256" name="PlaceHolder 4"/>
          <p:cNvSpPr>
            <a:spLocks noGrp="1"/>
          </p:cNvSpPr>
          <p:nvPr>
            <p:ph type="ftr" idx="41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630518" name="PlaceHolder 5"/>
          <p:cNvSpPr>
            <a:spLocks noGrp="1"/>
          </p:cNvSpPr>
          <p:nvPr>
            <p:ph type="sldNum" idx="42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B8A1D449-4741-48C7-8918-A8118F2169DD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Name Card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9617288" name="Picture 10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6491241" name="TextBox 12"/>
          <p:cNvSpPr/>
          <p:nvPr/>
        </p:nvSpPr>
        <p:spPr bwMode="auto">
          <a:xfrm>
            <a:off x="10238040" y="2743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416637" name="TextBox 13"/>
          <p:cNvSpPr/>
          <p:nvPr/>
        </p:nvSpPr>
        <p:spPr bwMode="auto">
          <a:xfrm>
            <a:off x="488160" y="82332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9757504" name="PlaceHolder 1"/>
          <p:cNvSpPr>
            <a:spLocks noGrp="1"/>
          </p:cNvSpPr>
          <p:nvPr>
            <p:ph type="title"/>
          </p:nvPr>
        </p:nvSpPr>
        <p:spPr bwMode="auto">
          <a:xfrm>
            <a:off x="992160" y="609480"/>
            <a:ext cx="954972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70636458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3886200"/>
            <a:ext cx="10134720" cy="88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099661" name="PlaceHolder 3"/>
          <p:cNvSpPr>
            <a:spLocks noGrp="1"/>
          </p:cNvSpPr>
          <p:nvPr>
            <p:ph type="body"/>
          </p:nvPr>
        </p:nvSpPr>
        <p:spPr bwMode="auto">
          <a:xfrm>
            <a:off x="685800" y="4775039"/>
            <a:ext cx="10134720" cy="101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600129" name="PlaceHolder 4"/>
          <p:cNvSpPr>
            <a:spLocks noGrp="1"/>
          </p:cNvSpPr>
          <p:nvPr>
            <p:ph type="dt" idx="43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287158" name="PlaceHolder 5"/>
          <p:cNvSpPr>
            <a:spLocks noGrp="1"/>
          </p:cNvSpPr>
          <p:nvPr>
            <p:ph type="ftr" idx="44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615917" name="PlaceHolder 6"/>
          <p:cNvSpPr>
            <a:spLocks noGrp="1"/>
          </p:cNvSpPr>
          <p:nvPr>
            <p:ph type="sldNum" idx="45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80C975B4-A4ED-4944-AB06-E13C8284C9E0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rue or Fals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1606451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530195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9051503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3505320"/>
            <a:ext cx="10130760" cy="83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92061" name="PlaceHolder 3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101307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4259763" name="PlaceHolder 4"/>
          <p:cNvSpPr>
            <a:spLocks noGrp="1"/>
          </p:cNvSpPr>
          <p:nvPr>
            <p:ph type="dt" idx="46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5785380" name="PlaceHolder 5"/>
          <p:cNvSpPr>
            <a:spLocks noGrp="1"/>
          </p:cNvSpPr>
          <p:nvPr>
            <p:ph type="ftr" idx="47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6372715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B4F1259-E496-42B3-BBF8-F91E3B5EB8C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75523486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7554690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93334377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10130760" cy="3648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7298402" name="PlaceHolder 3"/>
          <p:cNvSpPr>
            <a:spLocks noGrp="1"/>
          </p:cNvSpPr>
          <p:nvPr>
            <p:ph type="dt" idx="49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368556" name="PlaceHolder 4"/>
          <p:cNvSpPr>
            <a:spLocks noGrp="1"/>
          </p:cNvSpPr>
          <p:nvPr>
            <p:ph type="ftr" idx="50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058928" name="PlaceHolder 5"/>
          <p:cNvSpPr>
            <a:spLocks noGrp="1"/>
          </p:cNvSpPr>
          <p:nvPr>
            <p:ph type="sldNum" idx="51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193A532-4B16-4941-BBEE-75C24EEE2B43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0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4910" name="PlaceHolder 1"/>
          <p:cNvSpPr>
            <a:spLocks noGrp="1"/>
          </p:cNvSpPr>
          <p:nvPr>
            <p:ph type="subTitle"/>
          </p:nvPr>
        </p:nvSpPr>
        <p:spPr bwMode="auto">
          <a:xfrm>
            <a:off x="1287000" y="5255280"/>
            <a:ext cx="10904400" cy="50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Gabrielle , Micah , Thomas, and Izaiah 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982754" name="Picture 7" descr="A blue text on a black background&#10;&#10;Description automatically generated"/>
          <p:cNvSpPr/>
          <p:nvPr/>
        </p:nvSpPr>
        <p:spPr bwMode="auto">
          <a:xfrm>
            <a:off x="109440" y="1417320"/>
            <a:ext cx="11972520" cy="3621240"/>
          </a:xfrm>
          <a:prstGeom prst="roundRect">
            <a:avLst>
              <a:gd name="adj" fmla="val 4380"/>
            </a:avLst>
          </a:prstGeom>
          <a:blipFill rotWithShape="0">
            <a:blip r:embed="rId4"/>
            <a:stretch/>
          </a:blipFill>
          <a:ln w="50800" cap="sq">
            <a:solidFill>
              <a:srgbClr val="FFFFFF"/>
            </a:solidFill>
            <a:miter/>
          </a:ln>
          <a:effectLst>
            <a:outerShdw blurRad="254160" algn="tl" rotWithShape="0">
              <a:srgbClr val="000000">
                <a:alpha val="4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08936" name="PlaceHolder 1"/>
          <p:cNvSpPr>
            <a:spLocks noGrp="1"/>
          </p:cNvSpPr>
          <p:nvPr>
            <p:ph type="title"/>
          </p:nvPr>
        </p:nvSpPr>
        <p:spPr bwMode="auto">
          <a:xfrm>
            <a:off x="975240" y="0"/>
            <a:ext cx="10005840" cy="137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How the system operates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662387002" name="PlaceHolder 2"/>
          <p:cNvSpPr>
            <a:spLocks noGrp="1"/>
          </p:cNvSpPr>
          <p:nvPr>
            <p:ph/>
          </p:nvPr>
        </p:nvSpPr>
        <p:spPr bwMode="auto">
          <a:xfrm>
            <a:off x="650520" y="1204920"/>
            <a:ext cx="10709280" cy="536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Client-Server Architecture: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One Raspberry Pi acts as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Host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(the brain), while all other Pis connect as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Clients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(the controllers).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Star Topology: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Every player communicates directly with the Host, ensuring all participants see the exact same game state at the same time.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TCP/IP Networking: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Uses "Transmission Control Protocol" to ensure game data (like moves and scores) arrives reliably and in the correct order across the local network.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Terminal Rendering: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Instead of heavy graphics, the system uses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Curses library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to "draw" game boards and animations using text characters and colors.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Non-Blocking Input: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system is programmed to keep the game moving (like ghosts chasing you) even if a player isn't pressing any buttons.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Automated Logic: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Host runs pathfinding algorithms (BFS) for enemies, ensuring the game provides a consistent challenge for all connected players.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209856" name="PlaceHolder 1"/>
          <p:cNvSpPr>
            <a:spLocks noGrp="1"/>
          </p:cNvSpPr>
          <p:nvPr>
            <p:ph type="title"/>
          </p:nvPr>
        </p:nvSpPr>
        <p:spPr bwMode="auto">
          <a:xfrm>
            <a:off x="917640" y="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1: Heads or Tails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970842899" name="PlaceHolder 2"/>
          <p:cNvSpPr>
            <a:spLocks noGrp="1"/>
          </p:cNvSpPr>
          <p:nvPr>
            <p:ph/>
          </p:nvPr>
        </p:nvSpPr>
        <p:spPr bwMode="auto">
          <a:xfrm>
            <a:off x="293400" y="1227600"/>
            <a:ext cx="6325200" cy="53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A quick-fire test of the network's ability to handle rapid-response binary choices and synchronized resolution.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random.choice(['Heads', 'Tails']): Used by the server to determine the winning outcome.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input().strip().upper(): Captures the player's choice and cleans the data before sending.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send_data() / recv_data(): Custom wrapper functions for socket.send() and socket.recv() to exchange JSON packets between the Pi and the Host.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0228666" name="Picture 4" descr="A screenshot of a computer screen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619320" y="2038320"/>
            <a:ext cx="5278680" cy="3418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958486" name="PlaceHolder 1"/>
          <p:cNvSpPr>
            <a:spLocks noGrp="1"/>
          </p:cNvSpPr>
          <p:nvPr>
            <p:ph type="title"/>
          </p:nvPr>
        </p:nvSpPr>
        <p:spPr bwMode="auto">
          <a:xfrm>
            <a:off x="125640" y="-214200"/>
            <a:ext cx="1177200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2: Rock, Paper, Scissors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35777400" name="PlaceHolder 2"/>
          <p:cNvSpPr>
            <a:spLocks noGrp="1"/>
          </p:cNvSpPr>
          <p:nvPr>
            <p:ph/>
          </p:nvPr>
        </p:nvSpPr>
        <p:spPr bwMode="auto">
          <a:xfrm flipH="0" flipV="0">
            <a:off x="83522" y="1054445"/>
            <a:ext cx="6548619" cy="53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Demonstrates server-side logic validation where the Host must compare multiple client inputs against a central "AI" move.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Logic Mapping: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Uses a Dictionary or Nested if/elif statements to define win/loss/tie conditions (e.g., if user == 'R' and computer == 'S').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json.dumps(): Converts the player's move into a string format that can be transmitted over the TCP socket.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303872" name="Picture 6" descr="A screen shot of a computer screen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603840" y="2338920"/>
            <a:ext cx="5484240" cy="2705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056642" name="PlaceHolder 1"/>
          <p:cNvSpPr>
            <a:spLocks noGrp="1"/>
          </p:cNvSpPr>
          <p:nvPr>
            <p:ph type="title"/>
          </p:nvPr>
        </p:nvSpPr>
        <p:spPr bwMode="auto">
          <a:xfrm>
            <a:off x="-158400" y="-193320"/>
            <a:ext cx="12349440" cy="13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3: Number Guessing Game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802322648" name="PlaceHolder 2"/>
          <p:cNvSpPr>
            <a:spLocks noGrp="1"/>
          </p:cNvSpPr>
          <p:nvPr>
            <p:ph/>
          </p:nvPr>
        </p:nvSpPr>
        <p:spPr bwMode="auto">
          <a:xfrm>
            <a:off x="178920" y="1160640"/>
            <a:ext cx="5837039" cy="549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Showcases mathematical processing and "Shortest Distance" algorithms to determine a winner among multiple participants.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random.randint(1, 100): Generates the secret target number on the Host machine.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abs(target - guess):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Absolute Value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function calculates how far each player is from the target, regardless of whether they guessed too high or too low.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min(): Applied to a list of player distances to identify the "closest" guess and declare the round winner.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24464725" name="Picture 4" descr="A purple and blue text&#10;&#10;Description automatically generated"/>
          <p:cNvPicPr/>
          <p:nvPr/>
        </p:nvPicPr>
        <p:blipFill rotWithShape="1">
          <a:blip r:embed="rId3"/>
          <a:srcRect l="0" t="8172" r="0" b="5617"/>
          <a:stretch/>
        </p:blipFill>
        <p:spPr bwMode="auto">
          <a:xfrm>
            <a:off x="5759640" y="2917440"/>
            <a:ext cx="6338160" cy="1044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37604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-16416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4: Snake 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96149745" name="PlaceHolder 2"/>
          <p:cNvSpPr>
            <a:spLocks noGrp="1"/>
          </p:cNvSpPr>
          <p:nvPr>
            <p:ph/>
          </p:nvPr>
        </p:nvSpPr>
        <p:spPr bwMode="auto">
          <a:xfrm>
            <a:off x="114480" y="1103400"/>
            <a:ext cx="6920640" cy="575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Demonstrates real-time coordination tracking and collision detection within a terminal environment.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curses.wrapper()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Switches the terminal into a "game window" that allows for colored graphics and exact positioning of characters.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Coordinate Management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Stores the snake's body as a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list of (x, y) points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to track every segment on the 28 X 14 grid.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_is_wall()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A boundary check that ends the game instantly if the snake's head hits the edge of the grid.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_spawn_apple()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scans for empty spaces to ensure new apples don't appear inside walls or the snake's body.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stdscr.timeout()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Sets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game speed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(0.12s), which determines how fast the snake moves and how often the screen refreshes.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492509" name="Picture 4" descr="A computer screen shot of a white rectangle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896160" y="2836440"/>
            <a:ext cx="5282640" cy="2077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643328" name="PlaceHolder 1"/>
          <p:cNvSpPr>
            <a:spLocks noGrp="1"/>
          </p:cNvSpPr>
          <p:nvPr>
            <p:ph type="title"/>
          </p:nvPr>
        </p:nvSpPr>
        <p:spPr bwMode="auto">
          <a:xfrm>
            <a:off x="720360" y="-168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5: Pacman chase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762154622" name="PlaceHolder 2"/>
          <p:cNvSpPr>
            <a:spLocks noGrp="1"/>
          </p:cNvSpPr>
          <p:nvPr>
            <p:ph/>
          </p:nvPr>
        </p:nvSpPr>
        <p:spPr bwMode="auto">
          <a:xfrm>
            <a:off x="178560" y="1208520"/>
            <a:ext cx="6611400" cy="520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technical centerpiece. It demonstrates real-time hardware interaction, collision detection, and automated enemy intelligence.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curses.initscr(): Initializes the terminal into "window mode" to allow for coordinate-based graphics rather than scrolling text.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BFS Algorithm (Breadth-First Search):</a:t>
            </a: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A custom function that calculates the shortest path from the ghost to the player's coordinates through the maze.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stdscr.nodelay(True): Sets the terminal to "non-blocking" mode, allowing the game loop (and ghosts) to keep moving even if no key is pressed.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stdscr.getch(): Captures real-time keyboard hits (Arrow keys) to update the player's X and Y coordinates on the grid.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2409192" name="Picture 4" descr="A screenshot of a video game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946920" y="1287720"/>
            <a:ext cx="4774320" cy="4662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0455272" name="PlaceHolder 1"/>
          <p:cNvSpPr>
            <a:spLocks noGrp="1"/>
          </p:cNvSpPr>
          <p:nvPr>
            <p:ph/>
          </p:nvPr>
        </p:nvSpPr>
        <p:spPr bwMode="auto">
          <a:xfrm>
            <a:off x="884879" y="-131760"/>
            <a:ext cx="10130760" cy="15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5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How to Play</a:t>
            </a:r>
            <a:endParaRPr lang="en-US" sz="5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969402" name="TextBox 3"/>
          <p:cNvSpPr/>
          <p:nvPr/>
        </p:nvSpPr>
        <p:spPr bwMode="auto">
          <a:xfrm>
            <a:off x="1030320" y="1212480"/>
            <a:ext cx="1014480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Ensure that all raspberry pis are on the same network and that python is installed on hardware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Launch the game (host): open the terminal and navigate to the game folder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launch the game (player): open the terminal and navigate to the game folder. When prompted type the host’s IP address to join the game.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3407149" name="Picture 5" descr="A screenshot of a computer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1465200" y="3207600"/>
            <a:ext cx="7771680" cy="172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4197317" name="TextBox 6"/>
          <p:cNvSpPr/>
          <p:nvPr/>
        </p:nvSpPr>
        <p:spPr bwMode="auto">
          <a:xfrm>
            <a:off x="968760" y="4933440"/>
            <a:ext cx="952524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5. Let’s play!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90980067" name="Picture 5" descr="A screenshot of a computer&#10;&#10;Description automatically generated"/>
          <p:cNvPicPr/>
          <p:nvPr/>
        </p:nvPicPr>
        <p:blipFill rotWithShape="1">
          <a:blip r:embed="rId3"/>
          <a:srcRect l="74536" t="81275" r="1751" b="3995"/>
          <a:stretch/>
        </p:blipFill>
        <p:spPr bwMode="auto">
          <a:xfrm>
            <a:off x="1519920" y="4260600"/>
            <a:ext cx="2514240" cy="25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90447684" name="Picture 1" descr="A screenshot of a computer&#10;&#10;Description automatically generated"/>
          <p:cNvPicPr/>
          <p:nvPr/>
        </p:nvPicPr>
        <p:blipFill rotWithShape="1">
          <a:blip r:embed="rId3"/>
          <a:srcRect l="74536" t="81275" r="1751" b="3995"/>
          <a:stretch/>
        </p:blipFill>
        <p:spPr bwMode="auto">
          <a:xfrm>
            <a:off x="5704560" y="4273560"/>
            <a:ext cx="251424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4991061" name=""/>
          <p:cNvSpPr/>
          <p:nvPr/>
        </p:nvSpPr>
        <p:spPr bwMode="auto">
          <a:xfrm>
            <a:off x="5679000" y="4275000"/>
            <a:ext cx="14072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defRPr/>
            </a:pP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Use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</a:rPr>
              <a:t>WASD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 to move</a:t>
            </a:r>
            <a:endParaRPr lang="en-US" sz="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774513" name=""/>
          <p:cNvSpPr/>
          <p:nvPr/>
        </p:nvSpPr>
        <p:spPr bwMode="auto">
          <a:xfrm>
            <a:off x="1483920" y="4275360"/>
            <a:ext cx="251424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defRPr/>
            </a:pPr>
            <a:r>
              <a:rPr lang="en-US" sz="950" b="0" u="none" strike="noStrike">
                <a:solidFill>
                  <a:srgbClr val="FFFFFF"/>
                </a:solidFill>
                <a:latin typeface="Arial"/>
                <a:ea typeface="Noto Sans CJK SC"/>
              </a:rPr>
              <a:t>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  <a:ea typeface="Noto Sans CJK SC"/>
              </a:rPr>
              <a:t>PacMan Chase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  <a:ea typeface="Noto Sans CJK SC"/>
              </a:rPr>
              <a:t> 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</a:rPr>
              <a:t>Snake Game</a:t>
            </a:r>
            <a:endParaRPr lang="en-US" sz="95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elestial">
  <a:themeElements>
    <a:clrScheme name="Celestial">
      <a:dk1>
        <a:srgbClr val="000000"/>
      </a:dk1>
      <a:lt1>
        <a:srgbClr val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lumMod val="110000"/>
              </a:schemeClr>
            </a:gs>
            <a:gs pos="100000">
              <a:schemeClr val="phClr">
                <a:shade val="96000"/>
                <a:lumMod val="100000"/>
              </a:schemeClr>
            </a:gs>
          </a:gsLst>
          <a:lin ang="4740000" scaled="1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Gabrielle Panuelos</dc:creator>
  <dc:description/>
  <dc:language>en-US</dc:language>
  <cp:lastModifiedBy/>
  <cp:revision>9</cp:revision>
  <dcterms:created xsi:type="dcterms:W3CDTF">2026-04-28T13:36:38Z</dcterms:created>
  <dcterms:modified xsi:type="dcterms:W3CDTF">2026-05-06T21:57:55Z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8</vt:i4>
  </property>
  <property fmtid="{D5CDD505-2E9C-101B-9397-08002B2CF9AE}" pid="4" name="PresentationFormat">
    <vt:lpwstr>On-screen Show (4:3)</vt:lpwstr>
  </property>
  <property fmtid="{D5CDD505-2E9C-101B-9397-08002B2CF9AE}" pid="5" name="Slides">
    <vt:i4>8</vt:i4>
  </property>
</Properties>
</file>