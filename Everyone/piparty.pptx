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319"/>
    <p:restoredTop sz="94694"/>
  </p:normalViewPr>
  <p:slideViewPr>
    <p:cSldViewPr snapToGrid="0">
      <p:cViewPr>
        <p:scale>
          <a:sx n="100" d="100"/>
          <a:sy n="100" d="100"/>
        </p:scale>
        <p:origin x="-28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662E-FAF4-44BC-88B5-85A7CBFB6D30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0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5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0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884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62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131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191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073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946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5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69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45E83-A766-02D7-C66B-8309A5119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00279" y="4493343"/>
            <a:ext cx="10905069" cy="501994"/>
          </a:xfrm>
        </p:spPr>
        <p:txBody>
          <a:bodyPr>
            <a:normAutofit/>
          </a:bodyPr>
          <a:lstStyle/>
          <a:p>
            <a:r>
              <a:rPr lang="en-US" dirty="0">
                <a:latin typeface="LEMON MILK Medium" pitchFamily="2" charset="77"/>
              </a:rPr>
              <a:t>Gabrielle , Micah </a:t>
            </a:r>
            <a:r>
              <a:rPr lang="en-US">
                <a:latin typeface="LEMON MILK Medium" pitchFamily="2" charset="77"/>
              </a:rPr>
              <a:t>, Thomas, </a:t>
            </a:r>
            <a:r>
              <a:rPr lang="en-US" dirty="0">
                <a:latin typeface="LEMON MILK Medium" pitchFamily="2" charset="77"/>
              </a:rPr>
              <a:t>and Izaiah </a:t>
            </a:r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0D14F32-2B60-53C7-7E46-D383DB4D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071019"/>
            <a:ext cx="10909440" cy="330010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1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91C7-B68F-C63B-4634-B22A21B9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8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How the system operates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6DC-2FB0-A957-1E7D-7A1C60E4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87355"/>
            <a:ext cx="10710080" cy="5363570"/>
          </a:xfrm>
        </p:spPr>
        <p:txBody>
          <a:bodyPr>
            <a:normAutofit fontScale="92500"/>
          </a:bodyPr>
          <a:lstStyle/>
          <a:p>
            <a:r>
              <a:rPr lang="en-US" sz="2000" b="1" dirty="0">
                <a:latin typeface="LEMON MILK Medium" pitchFamily="2" charset="77"/>
              </a:rPr>
              <a:t>Client-Server Architecture:</a:t>
            </a:r>
            <a:r>
              <a:rPr lang="en-US" sz="2000" dirty="0">
                <a:latin typeface="LEMON MILK Medium" pitchFamily="2" charset="77"/>
              </a:rPr>
              <a:t> One Raspberry Pi acts as the </a:t>
            </a:r>
            <a:r>
              <a:rPr lang="en-US" sz="2000" b="1" dirty="0">
                <a:latin typeface="LEMON MILK Medium" pitchFamily="2" charset="77"/>
              </a:rPr>
              <a:t>Host</a:t>
            </a:r>
            <a:r>
              <a:rPr lang="en-US" sz="2000" dirty="0">
                <a:latin typeface="LEMON MILK Medium" pitchFamily="2" charset="77"/>
              </a:rPr>
              <a:t> (the brain), while all other </a:t>
            </a:r>
            <a:r>
              <a:rPr lang="en-US" sz="2000" dirty="0" err="1">
                <a:latin typeface="LEMON MILK Medium" pitchFamily="2" charset="77"/>
              </a:rPr>
              <a:t>Pis</a:t>
            </a:r>
            <a:r>
              <a:rPr lang="en-US" sz="2000" dirty="0">
                <a:latin typeface="LEMON MILK Medium" pitchFamily="2" charset="77"/>
              </a:rPr>
              <a:t> connect as </a:t>
            </a:r>
            <a:r>
              <a:rPr lang="en-US" sz="2000" b="1" dirty="0">
                <a:latin typeface="LEMON MILK Medium" pitchFamily="2" charset="77"/>
              </a:rPr>
              <a:t>Clients</a:t>
            </a:r>
            <a:r>
              <a:rPr lang="en-US" sz="2000" dirty="0">
                <a:latin typeface="LEMON MILK Medium" pitchFamily="2" charset="77"/>
              </a:rPr>
              <a:t> (the controllers).</a:t>
            </a:r>
          </a:p>
          <a:p>
            <a:r>
              <a:rPr lang="en-US" sz="2000" b="1" dirty="0">
                <a:latin typeface="LEMON MILK Medium" pitchFamily="2" charset="77"/>
              </a:rPr>
              <a:t>Star Topology:</a:t>
            </a:r>
            <a:r>
              <a:rPr lang="en-US" sz="2000" dirty="0">
                <a:latin typeface="LEMON MILK Medium" pitchFamily="2" charset="77"/>
              </a:rPr>
              <a:t> Every player communicates directly with the Host, ensuring all participants see the exact same game state at the same time.</a:t>
            </a:r>
          </a:p>
          <a:p>
            <a:r>
              <a:rPr lang="en-US" sz="2000" b="1" dirty="0">
                <a:latin typeface="LEMON MILK Medium" pitchFamily="2" charset="77"/>
              </a:rPr>
              <a:t>TCP/IP Networking:</a:t>
            </a:r>
            <a:r>
              <a:rPr lang="en-US" sz="2000" dirty="0">
                <a:latin typeface="LEMON MILK Medium" pitchFamily="2" charset="77"/>
              </a:rPr>
              <a:t> Uses "Transmission Control Protocol" to ensure game data (like moves and scores) arrives reliably and in the correct order across the local network.</a:t>
            </a:r>
          </a:p>
          <a:p>
            <a:r>
              <a:rPr lang="en-US" sz="2000" b="1" dirty="0">
                <a:latin typeface="LEMON MILK Medium" pitchFamily="2" charset="77"/>
              </a:rPr>
              <a:t>Terminal Rendering:</a:t>
            </a:r>
            <a:r>
              <a:rPr lang="en-US" sz="2000" dirty="0">
                <a:latin typeface="LEMON MILK Medium" pitchFamily="2" charset="77"/>
              </a:rPr>
              <a:t> Instead of heavy graphics, the system uses the </a:t>
            </a:r>
            <a:r>
              <a:rPr lang="en-US" sz="2000" b="1" dirty="0">
                <a:latin typeface="LEMON MILK Medium" pitchFamily="2" charset="77"/>
              </a:rPr>
              <a:t>Curses library</a:t>
            </a:r>
            <a:r>
              <a:rPr lang="en-US" sz="2000" dirty="0">
                <a:latin typeface="LEMON MILK Medium" pitchFamily="2" charset="77"/>
              </a:rPr>
              <a:t> to "draw" game boards and animations using text characters and colors.</a:t>
            </a:r>
          </a:p>
          <a:p>
            <a:r>
              <a:rPr lang="en-US" sz="2000" b="1" dirty="0">
                <a:latin typeface="LEMON MILK Medium" pitchFamily="2" charset="77"/>
              </a:rPr>
              <a:t>Non-Blocking Input:</a:t>
            </a:r>
            <a:r>
              <a:rPr lang="en-US" sz="2000" dirty="0">
                <a:latin typeface="LEMON MILK Medium" pitchFamily="2" charset="77"/>
              </a:rPr>
              <a:t> The system is programmed to keep the game moving (like ghosts chasing you) even if a player isn't pressing any buttons.</a:t>
            </a:r>
          </a:p>
          <a:p>
            <a:r>
              <a:rPr lang="en-US" sz="2000" b="1" dirty="0">
                <a:effectLst/>
                <a:latin typeface="LEMON MILK Medium" pitchFamily="2" charset="77"/>
              </a:rPr>
              <a:t>Automated Logic:</a:t>
            </a:r>
            <a:r>
              <a:rPr lang="en-US" sz="2000" dirty="0">
                <a:effectLst/>
                <a:latin typeface="LEMON MILK Medium" pitchFamily="2" charset="77"/>
              </a:rPr>
              <a:t> The Host runs pathfinding algorithms (BFS) for enemies, ensuring the game provides a consistent challenge for all connected players.</a:t>
            </a:r>
          </a:p>
        </p:txBody>
      </p:sp>
    </p:spTree>
    <p:extLst>
      <p:ext uri="{BB962C8B-B14F-4D97-AF65-F5344CB8AC3E}">
        <p14:creationId xmlns:p14="http://schemas.microsoft.com/office/powerpoint/2010/main" val="375627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6E57-55B8-C0A1-DAFE-C2F25BA0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813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1: Heads or 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391B9-889A-8D08-9198-6651E9FC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09" y="1227667"/>
            <a:ext cx="6325856" cy="53232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A quick-fire test of the network's ability to handle rapid-response binary choices and synchronized resolution.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random.choice</a:t>
            </a:r>
            <a:r>
              <a:rPr lang="en-US" sz="2000" dirty="0">
                <a:latin typeface="LEMON MILK Medium" pitchFamily="2" charset="77"/>
              </a:rPr>
              <a:t>(['Heads', 'Tails']): Used by the server to determine the winning outcome.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input().strip().upper(): Captures the player's choice and cleans the data before sending.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send_data</a:t>
            </a:r>
            <a:r>
              <a:rPr lang="en-US" sz="2000" dirty="0">
                <a:latin typeface="LEMON MILK Medium" pitchFamily="2" charset="77"/>
              </a:rPr>
              <a:t>() / </a:t>
            </a:r>
            <a:r>
              <a:rPr lang="en-US" sz="2000" dirty="0" err="1">
                <a:latin typeface="LEMON MILK Medium" pitchFamily="2" charset="77"/>
              </a:rPr>
              <a:t>recv_data</a:t>
            </a:r>
            <a:r>
              <a:rPr lang="en-US" sz="2000" dirty="0">
                <a:latin typeface="LEMON MILK Medium" pitchFamily="2" charset="77"/>
              </a:rPr>
              <a:t>(): Custom wrapper functions for </a:t>
            </a:r>
            <a:r>
              <a:rPr lang="en-US" sz="2000" dirty="0" err="1">
                <a:latin typeface="LEMON MILK Medium" pitchFamily="2" charset="77"/>
              </a:rPr>
              <a:t>socket.send</a:t>
            </a:r>
            <a:r>
              <a:rPr lang="en-US" sz="2000" dirty="0">
                <a:latin typeface="LEMON MILK Medium" pitchFamily="2" charset="77"/>
              </a:rPr>
              <a:t>() and </a:t>
            </a:r>
            <a:r>
              <a:rPr lang="en-US" sz="2000" dirty="0" err="1">
                <a:latin typeface="LEMON MILK Medium" pitchFamily="2" charset="77"/>
              </a:rPr>
              <a:t>socket.recv</a:t>
            </a:r>
            <a:r>
              <a:rPr lang="en-US" sz="2000" dirty="0">
                <a:latin typeface="LEMON MILK Medium" pitchFamily="2" charset="77"/>
              </a:rPr>
              <a:t>() to exchange JSON packets between the Pi and the Host.</a:t>
            </a:r>
          </a:p>
        </p:txBody>
      </p:sp>
    </p:spTree>
    <p:extLst>
      <p:ext uri="{BB962C8B-B14F-4D97-AF65-F5344CB8AC3E}">
        <p14:creationId xmlns:p14="http://schemas.microsoft.com/office/powerpoint/2010/main" val="33255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2EAB-D3DB-4FB2-0244-B94A8DED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2: Rock, Paper, Scissors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541E-271E-0724-1931-86212C04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07" y="1241947"/>
            <a:ext cx="6667051" cy="5322626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Demonstrates server-side logic validation where the Host must compare multiple client inputs against a central "AI" move.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LEMON MILK Medium" pitchFamily="2" charset="77"/>
              </a:rPr>
              <a:t>Logic Mapping:</a:t>
            </a:r>
            <a:r>
              <a:rPr lang="en-US" sz="2000" dirty="0">
                <a:latin typeface="LEMON MILK Medium" pitchFamily="2" charset="77"/>
              </a:rPr>
              <a:t> Uses a Dictionary or Nested if/</a:t>
            </a:r>
            <a:r>
              <a:rPr lang="en-US" sz="2000" dirty="0" err="1">
                <a:latin typeface="LEMON MILK Medium" pitchFamily="2" charset="77"/>
              </a:rPr>
              <a:t>elif</a:t>
            </a:r>
            <a:r>
              <a:rPr lang="en-US" sz="2000" dirty="0">
                <a:latin typeface="LEMON MILK Medium" pitchFamily="2" charset="77"/>
              </a:rPr>
              <a:t> statements to define win/loss/tie conditions (e.g., if user == 'R' and computer == 'S').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time.sleep</a:t>
            </a:r>
            <a:r>
              <a:rPr lang="en-US" sz="2000" dirty="0">
                <a:latin typeface="LEMON MILK Medium" pitchFamily="2" charset="77"/>
              </a:rPr>
              <a:t>(): Orchestrates the "Rock... Paper... Scissors... Shoot!" countdown across all connected terminals.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json.dumps</a:t>
            </a:r>
            <a:r>
              <a:rPr lang="en-US" sz="2000" dirty="0">
                <a:latin typeface="LEMON MILK Medium" pitchFamily="2" charset="77"/>
              </a:rPr>
              <a:t>(): Converts the player's move into a string format that can be transmitted over the TCP socket.</a:t>
            </a:r>
          </a:p>
        </p:txBody>
      </p:sp>
    </p:spTree>
    <p:extLst>
      <p:ext uri="{BB962C8B-B14F-4D97-AF65-F5344CB8AC3E}">
        <p14:creationId xmlns:p14="http://schemas.microsoft.com/office/powerpoint/2010/main" val="29995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2326-DBAC-BF29-1836-A87FB0EB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984" y="0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3: Number 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F74D-BDF3-8191-70E1-93C5FFCAC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3" y="1357952"/>
            <a:ext cx="5837828" cy="5500048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LEMON MILK Medium" pitchFamily="2" charset="77"/>
              </a:rPr>
              <a:t>Purpose:</a:t>
            </a:r>
            <a:r>
              <a:rPr lang="en-US" sz="2000" dirty="0">
                <a:latin typeface="LEMON MILK Medium" pitchFamily="2" charset="77"/>
              </a:rPr>
              <a:t> Showcases mathematical processing and "Shortest Distance" algorithms to determine a winner among multiple participants.</a:t>
            </a:r>
          </a:p>
          <a:p>
            <a:r>
              <a:rPr lang="en-US" sz="2000" b="1" dirty="0">
                <a:latin typeface="LEMON MILK Medium" pitchFamily="2" charset="77"/>
              </a:rPr>
              <a:t>Python Functions &amp; Logic:</a:t>
            </a:r>
            <a:endParaRPr lang="en-US" sz="2000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LEMON MILK Medium" pitchFamily="2" charset="77"/>
              </a:rPr>
              <a:t>random.randint</a:t>
            </a:r>
            <a:r>
              <a:rPr lang="en-US" sz="2000" dirty="0">
                <a:latin typeface="LEMON MILK Medium" pitchFamily="2" charset="77"/>
              </a:rPr>
              <a:t>(1, 100): Generates the secret target number on the Host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abs(target - guess): The </a:t>
            </a:r>
            <a:r>
              <a:rPr lang="en-US" sz="2000" b="1" dirty="0">
                <a:latin typeface="LEMON MILK Medium" pitchFamily="2" charset="77"/>
              </a:rPr>
              <a:t>Absolute Value</a:t>
            </a:r>
            <a:r>
              <a:rPr lang="en-US" sz="2000" dirty="0">
                <a:latin typeface="LEMON MILK Medium" pitchFamily="2" charset="77"/>
              </a:rPr>
              <a:t> function calculates how far each player is from the target, regardless of whether they guessed too high or too 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LEMON MILK Medium" pitchFamily="2" charset="77"/>
              </a:rPr>
              <a:t>min(): Applied to a list of player distances to identify the "closest" guess and declare the round winner.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D203-A7E3-C34F-CA74-8ADCC5ED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64123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4: Snake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8A19-F294-BFD1-0AD1-A6CF635D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03272"/>
            <a:ext cx="6921500" cy="575472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LEMON MILK Medium" pitchFamily="2" charset="77"/>
              </a:rPr>
              <a:t>Purpose:</a:t>
            </a:r>
            <a:r>
              <a:rPr lang="en-US" dirty="0">
                <a:latin typeface="LEMON MILK Medium" pitchFamily="2" charset="77"/>
              </a:rPr>
              <a:t> Demonstrates real-time coordination tracking and collision detection within a terminal environment. </a:t>
            </a:r>
          </a:p>
          <a:p>
            <a:r>
              <a:rPr lang="en-US" b="1" dirty="0">
                <a:effectLst/>
                <a:latin typeface="LEMON MILK Medium" pitchFamily="2" charset="77"/>
              </a:rPr>
              <a:t>Python Functions &amp; Logic:</a:t>
            </a:r>
            <a:endParaRPr lang="en-US" dirty="0">
              <a:effectLst/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LEMON MILK Medium" pitchFamily="2" charset="77"/>
              </a:rPr>
              <a:t>curses.wrapper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Switches the terminal into a "game window" that allows for colored graphics and exact positioning of characters.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Coordinate Management</a:t>
            </a:r>
            <a:r>
              <a:rPr lang="en-US" dirty="0">
                <a:effectLst/>
                <a:latin typeface="LEMON MILK Medium" pitchFamily="2" charset="77"/>
              </a:rPr>
              <a:t>: Stores the snake's body as a </a:t>
            </a:r>
            <a:r>
              <a:rPr lang="en-US" b="1" dirty="0">
                <a:effectLst/>
                <a:latin typeface="LEMON MILK Medium" pitchFamily="2" charset="77"/>
              </a:rPr>
              <a:t>list of (x, y) points</a:t>
            </a:r>
            <a:r>
              <a:rPr lang="en-US" dirty="0">
                <a:effectLst/>
                <a:latin typeface="LEMON MILK Medium" pitchFamily="2" charset="77"/>
              </a:rPr>
              <a:t> to track every segment on the 28 X 14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_</a:t>
            </a:r>
            <a:r>
              <a:rPr lang="en-US" b="1" dirty="0" err="1">
                <a:effectLst/>
                <a:latin typeface="LEMON MILK Medium" pitchFamily="2" charset="77"/>
              </a:rPr>
              <a:t>is_wall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A boundary check that ends the game instantly if the snake's head hits the edge of the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EMON MILK Medium" pitchFamily="2" charset="77"/>
              </a:rPr>
              <a:t>_</a:t>
            </a:r>
            <a:r>
              <a:rPr lang="en-US" b="1" dirty="0" err="1">
                <a:effectLst/>
                <a:latin typeface="LEMON MILK Medium" pitchFamily="2" charset="77"/>
              </a:rPr>
              <a:t>spawn_apple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scans for empty spaces to ensure new apples don't appear inside walls or the snake's body.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LEMON MILK Medium" pitchFamily="2" charset="77"/>
              </a:rPr>
              <a:t>stdscr.timeout</a:t>
            </a:r>
            <a:r>
              <a:rPr lang="en-US" b="1" dirty="0">
                <a:effectLst/>
                <a:latin typeface="LEMON MILK Medium" pitchFamily="2" charset="77"/>
              </a:rPr>
              <a:t>()</a:t>
            </a:r>
            <a:r>
              <a:rPr lang="en-US" dirty="0">
                <a:effectLst/>
                <a:latin typeface="LEMON MILK Medium" pitchFamily="2" charset="77"/>
              </a:rPr>
              <a:t>: Sets the </a:t>
            </a:r>
            <a:r>
              <a:rPr lang="en-US" b="1" dirty="0">
                <a:effectLst/>
                <a:latin typeface="LEMON MILK Medium" pitchFamily="2" charset="77"/>
              </a:rPr>
              <a:t>game speed</a:t>
            </a:r>
            <a:r>
              <a:rPr lang="en-US" dirty="0">
                <a:effectLst/>
                <a:latin typeface="LEMON MILK Medium" pitchFamily="2" charset="77"/>
              </a:rPr>
              <a:t> (0.12s), which determines how fast the snake moves and how often the screen refreshes.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19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91F7-D7FE-B7C7-ECC9-B0913A54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-168576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LEMON MILK Medium" pitchFamily="2" charset="77"/>
              </a:rPr>
              <a:t>Game 5: Pacman 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F44-59CE-0CD3-1830-07561470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23" y="1037229"/>
            <a:ext cx="7882555" cy="5459105"/>
          </a:xfrm>
        </p:spPr>
        <p:txBody>
          <a:bodyPr>
            <a:noAutofit/>
          </a:bodyPr>
          <a:lstStyle/>
          <a:p>
            <a:r>
              <a:rPr lang="en-US" b="1" dirty="0">
                <a:latin typeface="LEMON MILK Medium" pitchFamily="2" charset="77"/>
              </a:rPr>
              <a:t>Purpose:</a:t>
            </a:r>
            <a:r>
              <a:rPr lang="en-US" dirty="0">
                <a:latin typeface="LEMON MILK Medium" pitchFamily="2" charset="77"/>
              </a:rPr>
              <a:t> The technical centerpiece. It demonstrates real-time hardware interaction, collision detection, and automated enemy intelligence.</a:t>
            </a:r>
          </a:p>
          <a:p>
            <a:r>
              <a:rPr lang="en-US" b="1" dirty="0">
                <a:latin typeface="LEMON MILK Medium" pitchFamily="2" charset="77"/>
              </a:rPr>
              <a:t>Python Functions &amp; Logic:</a:t>
            </a:r>
            <a:endParaRPr lang="en-US" dirty="0">
              <a:latin typeface="LEMON MILK Medium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curses.initscr</a:t>
            </a:r>
            <a:r>
              <a:rPr lang="en-US" dirty="0">
                <a:latin typeface="LEMON MILK Medium" pitchFamily="2" charset="77"/>
              </a:rPr>
              <a:t>(): Initializes the terminal into "window mode" to allow for coordinate-based graphics rather than scrolling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LEMON MILK Medium" pitchFamily="2" charset="77"/>
              </a:rPr>
              <a:t>BFS Algorithm (Breadth-First Search):</a:t>
            </a:r>
            <a:r>
              <a:rPr lang="en-US" dirty="0">
                <a:latin typeface="LEMON MILK Medium" pitchFamily="2" charset="77"/>
              </a:rPr>
              <a:t> A custom function that calculates the shortest path from the ghost to the player's coordinates through the maze.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stdscr.nodelay</a:t>
            </a:r>
            <a:r>
              <a:rPr lang="en-US" dirty="0">
                <a:latin typeface="LEMON MILK Medium" pitchFamily="2" charset="77"/>
              </a:rPr>
              <a:t>(True): Sets the terminal to "non-blocking" mode, allowing the game loop (and ghosts) to keep moving even if no key is pressed.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LEMON MILK Medium" pitchFamily="2" charset="77"/>
              </a:rPr>
              <a:t>stdscr.getch</a:t>
            </a:r>
            <a:r>
              <a:rPr lang="en-US" dirty="0">
                <a:latin typeface="LEMON MILK Medium" pitchFamily="2" charset="77"/>
              </a:rPr>
              <a:t>(): Captures real-time keyboard hits (Arrow keys) to update the player's X and Y coordinates on the grid.</a:t>
            </a:r>
          </a:p>
        </p:txBody>
      </p:sp>
    </p:spTree>
    <p:extLst>
      <p:ext uri="{BB962C8B-B14F-4D97-AF65-F5344CB8AC3E}">
        <p14:creationId xmlns:p14="http://schemas.microsoft.com/office/powerpoint/2010/main" val="254215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0974-5987-8EC9-A700-71FE80028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710" y="-131927"/>
            <a:ext cx="10131425" cy="15675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latin typeface="LEMON MILK Medium" pitchFamily="2" charset="77"/>
              </a:rPr>
              <a:t>How to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4E147-D470-1389-2F36-433AAF6F769D}"/>
              </a:ext>
            </a:extLst>
          </p:cNvPr>
          <p:cNvSpPr txBox="1"/>
          <p:nvPr/>
        </p:nvSpPr>
        <p:spPr>
          <a:xfrm>
            <a:off x="1030287" y="1212456"/>
            <a:ext cx="101454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Ensure that all raspberry </a:t>
            </a:r>
            <a:r>
              <a:rPr lang="en-US" sz="2400" dirty="0" err="1">
                <a:latin typeface="LEMON MILK Medium" pitchFamily="2" charset="77"/>
              </a:rPr>
              <a:t>pis</a:t>
            </a:r>
            <a:r>
              <a:rPr lang="en-US" sz="2400" dirty="0">
                <a:latin typeface="LEMON MILK Medium" pitchFamily="2" charset="77"/>
              </a:rPr>
              <a:t> are on the same network and that python is installed on hardware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Launch the game (host): open the terminal and navigate to the game folder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launch the game (player): open the terminal and navigate to the game folder. When prompted type the host’s </a:t>
            </a:r>
            <a:r>
              <a:rPr lang="en-US" sz="2400" dirty="0" err="1">
                <a:latin typeface="LEMON MILK Medium" pitchFamily="2" charset="77"/>
              </a:rPr>
              <a:t>ip</a:t>
            </a:r>
            <a:r>
              <a:rPr lang="en-US" sz="2400" dirty="0">
                <a:latin typeface="LEMON MILK Medium" pitchFamily="2" charset="77"/>
              </a:rPr>
              <a:t> address to join the game.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LEMON MILK Medium" pitchFamily="2" charset="77"/>
              </a:rPr>
              <a:t>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5F0092F-5033-01B6-0E1A-84652676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59" y="3919808"/>
            <a:ext cx="7772400" cy="1725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99C1B7-3F86-6417-7E94-38C1B4983679}"/>
              </a:ext>
            </a:extLst>
          </p:cNvPr>
          <p:cNvSpPr txBox="1"/>
          <p:nvPr/>
        </p:nvSpPr>
        <p:spPr>
          <a:xfrm>
            <a:off x="1187354" y="5744491"/>
            <a:ext cx="9526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EMON MILK Medium" pitchFamily="2" charset="77"/>
              </a:rPr>
              <a:t>5. Let’s play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9902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119</TotalTime>
  <Words>837</Words>
  <Application>Microsoft Macintosh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LEMON MILK Medium</vt:lpstr>
      <vt:lpstr>Celestial</vt:lpstr>
      <vt:lpstr>PowerPoint Presentation</vt:lpstr>
      <vt:lpstr>How the system operates</vt:lpstr>
      <vt:lpstr>Game 1: Heads or Tails</vt:lpstr>
      <vt:lpstr>Game 2: Rock, Paper, Scissors</vt:lpstr>
      <vt:lpstr>Game 3: Number Guessing Game</vt:lpstr>
      <vt:lpstr>GAME 4: Snake </vt:lpstr>
      <vt:lpstr>Game 5: Pacman chase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Gabrielle Panuelos</dc:creator>
  <cp:lastModifiedBy>Gabrielle Panuelos</cp:lastModifiedBy>
  <cp:revision>2</cp:revision>
  <dcterms:created xsi:type="dcterms:W3CDTF">2026-04-28T13:36:38Z</dcterms:created>
  <dcterms:modified xsi:type="dcterms:W3CDTF">2026-05-01T01:44:49Z</dcterms:modified>
</cp:coreProperties>
</file>