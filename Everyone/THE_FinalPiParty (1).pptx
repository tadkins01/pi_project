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3"/>
  </p:normalViewPr>
  <p:slideViewPr>
    <p:cSldViewPr>
      <p:cViewPr varScale="1">
        <p:scale>
          <a:sx n="115" d="100"/>
          <a:sy n="115" d="100"/>
        </p:scale>
        <p:origin x="664" y="208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6903249" name="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 defTabSz="457200">
              <a:tabLst>
                <a:tab pos="0" algn="l"/>
              </a:tabLst>
              <a:defRPr/>
            </a:pPr>
            <a:r>
              <a:rPr lang="en-US" sz="4800" b="0" u="none" strike="noStrike" cap="all">
                <a:solidFill>
                  <a:schemeClr val="lt1"/>
                </a:solidFill>
                <a:latin typeface="Calibri Light"/>
              </a:rPr>
              <a:t>Click to move the slide</a:t>
            </a:r>
          </a:p>
        </p:txBody>
      </p:sp>
      <p:sp>
        <p:nvSpPr>
          <p:cNvPr id="132676276" name="PlaceHolder 2"/>
          <p:cNvSpPr>
            <a:spLocks noGrp="1"/>
          </p:cNvSpPr>
          <p:nvPr>
            <p:ph type="body"/>
          </p:nvPr>
        </p:nvSpPr>
        <p:spPr bwMode="auto"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  <a:defRPr/>
            </a:pP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Click to edit the notes format</a:t>
            </a:r>
          </a:p>
        </p:txBody>
      </p:sp>
      <p:sp>
        <p:nvSpPr>
          <p:cNvPr id="1342987194" name="PlaceHolder 3"/>
          <p:cNvSpPr>
            <a:spLocks noGrp="1"/>
          </p:cNvSpPr>
          <p:nvPr>
            <p:ph type="hdr"/>
          </p:nvPr>
        </p:nvSpPr>
        <p:spPr bwMode="auto"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&lt;header&gt;</a:t>
            </a:r>
          </a:p>
        </p:txBody>
      </p:sp>
      <p:sp>
        <p:nvSpPr>
          <p:cNvPr id="756919487" name="PlaceHolder 4"/>
          <p:cNvSpPr>
            <a:spLocks noGrp="1"/>
          </p:cNvSpPr>
          <p:nvPr>
            <p:ph type="dt" idx="52"/>
          </p:nvPr>
        </p:nvSpPr>
        <p:spPr bwMode="auto"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1056574810" name="PlaceHolder 5"/>
          <p:cNvSpPr>
            <a:spLocks noGrp="1"/>
          </p:cNvSpPr>
          <p:nvPr>
            <p:ph type="ftr" idx="53"/>
          </p:nvPr>
        </p:nvSpPr>
        <p:spPr bwMode="auto"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l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1683722565" name="PlaceHolder 6"/>
          <p:cNvSpPr>
            <a:spLocks noGrp="1"/>
          </p:cNvSpPr>
          <p:nvPr>
            <p:ph type="sldNum" idx="54"/>
          </p:nvPr>
        </p:nvSpPr>
        <p:spPr bwMode="auto"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  <a:defRPr/>
            </a:pPr>
            <a:fld id="{A6ECBD4C-6D2D-4A4F-B84A-83D350458DCB}" type="slidenum"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7682679" name="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321701883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9762964" name="PlaceHolder 3"/>
          <p:cNvSpPr>
            <a:spLocks noGrp="1"/>
          </p:cNvSpPr>
          <p:nvPr>
            <p:ph type="sldNum" idx="55"/>
          </p:nvPr>
        </p:nvSpPr>
        <p:spPr bwMode="auto"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l">
              <a:buNone/>
              <a:defRPr/>
            </a:pP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2685738" name="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95654856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7995923" name="PlaceHolder 3"/>
          <p:cNvSpPr>
            <a:spLocks noGrp="1"/>
          </p:cNvSpPr>
          <p:nvPr>
            <p:ph type="sldNum" idx="56"/>
          </p:nvPr>
        </p:nvSpPr>
        <p:spPr bwMode="auto"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l">
              <a:buNone/>
              <a:defRPr/>
            </a:pP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0261257" name="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02864142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3441743" name="PlaceHolder 3"/>
          <p:cNvSpPr>
            <a:spLocks noGrp="1"/>
          </p:cNvSpPr>
          <p:nvPr>
            <p:ph type="sldNum" idx="56"/>
          </p:nvPr>
        </p:nvSpPr>
        <p:spPr bwMode="auto"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l">
              <a:buNone/>
              <a:defRPr/>
            </a:pP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0791863" name="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75312068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4715620" name="PlaceHolder 3"/>
          <p:cNvSpPr>
            <a:spLocks noGrp="1"/>
          </p:cNvSpPr>
          <p:nvPr>
            <p:ph type="sldNum" idx="56"/>
          </p:nvPr>
        </p:nvSpPr>
        <p:spPr bwMode="auto"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l">
              <a:buNone/>
              <a:defRPr/>
            </a:pP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0807000" name="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031216990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6431904" name="PlaceHolder 3"/>
          <p:cNvSpPr>
            <a:spLocks noGrp="1"/>
          </p:cNvSpPr>
          <p:nvPr>
            <p:ph type="sldNum" idx="57"/>
          </p:nvPr>
        </p:nvSpPr>
        <p:spPr bwMode="auto"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l">
              <a:buNone/>
              <a:defRPr/>
            </a:pP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9784622" name="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48197657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8526860" name="PlaceHolder 3"/>
          <p:cNvSpPr>
            <a:spLocks noGrp="1"/>
          </p:cNvSpPr>
          <p:nvPr>
            <p:ph type="sldNum" idx="58"/>
          </p:nvPr>
        </p:nvSpPr>
        <p:spPr bwMode="auto"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l">
              <a:buNone/>
              <a:defRPr/>
            </a:pP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5619026" name="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385528772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1739740" name="PlaceHolder 3"/>
          <p:cNvSpPr>
            <a:spLocks noGrp="1"/>
          </p:cNvSpPr>
          <p:nvPr>
            <p:ph type="sldNum" idx="59"/>
          </p:nvPr>
        </p:nvSpPr>
        <p:spPr bwMode="auto"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l">
              <a:buNone/>
              <a:defRPr/>
            </a:pP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9465001" name="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51654172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6213909" name="PlaceHolder 3"/>
          <p:cNvSpPr>
            <a:spLocks noGrp="1"/>
          </p:cNvSpPr>
          <p:nvPr>
            <p:ph type="sldNum" idx="60"/>
          </p:nvPr>
        </p:nvSpPr>
        <p:spPr bwMode="auto"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l">
              <a:buNone/>
              <a:defRPr/>
            </a:pP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1797355" name="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027185458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1900449" name="PlaceHolder 3"/>
          <p:cNvSpPr>
            <a:spLocks noGrp="1"/>
          </p:cNvSpPr>
          <p:nvPr>
            <p:ph type="sldNum" idx="61"/>
          </p:nvPr>
        </p:nvSpPr>
        <p:spPr bwMode="auto"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l">
              <a:buNone/>
              <a:defRPr/>
            </a:pP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7511873" name="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27661249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4680472" name="PlaceHolder 3"/>
          <p:cNvSpPr>
            <a:spLocks noGrp="1"/>
          </p:cNvSpPr>
          <p:nvPr>
            <p:ph type="sldNum" idx="62"/>
          </p:nvPr>
        </p:nvSpPr>
        <p:spPr bwMode="auto"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l">
              <a:buNone/>
              <a:defRPr/>
            </a:pP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Vertical Title and Text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75336729" name="Picture 6" descr="Celestia-R1---OverlayContentHD.png"/>
          <p:cNvPicPr/>
          <p:nvPr/>
        </p:nvPicPr>
        <p:blipFill rotWithShape="1">
          <a:blip r:embed="rId3"/>
          <a:stretch/>
        </p:blipFill>
        <p:spPr bwMode="auto">
          <a:xfrm>
            <a:off x="0" y="0"/>
            <a:ext cx="12188160" cy="6855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1846403" name="PlaceHolder 1"/>
          <p:cNvSpPr>
            <a:spLocks noGrp="1"/>
          </p:cNvSpPr>
          <p:nvPr>
            <p:ph type="title"/>
          </p:nvPr>
        </p:nvSpPr>
        <p:spPr bwMode="auto">
          <a:xfrm>
            <a:off x="8658720" y="609480"/>
            <a:ext cx="2157840" cy="51807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3600" b="0" u="none" strike="noStrike" cap="all">
                <a:solidFill>
                  <a:schemeClr val="lt1"/>
                </a:solidFill>
                <a:latin typeface="Calibri Light"/>
                <a:ea typeface="Arial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3600" b="0" u="none" strike="noStrike" cap="all">
                <a:solidFill>
                  <a:schemeClr val="lt1"/>
                </a:solidFill>
                <a:latin typeface="Calibri Light"/>
                <a:ea typeface="Arial"/>
              </a:rPr>
              <a:t>Click to edit Master title style</a:t>
            </a:r>
            <a:endParaRPr lang="en-US" sz="3600" b="0" u="none" strike="noStrike" cap="all">
              <a:solidFill>
                <a:schemeClr val="lt1"/>
              </a:solidFill>
              <a:latin typeface="Calibri Light"/>
            </a:endParaRPr>
          </a:p>
        </p:txBody>
      </p:sp>
      <p:sp>
        <p:nvSpPr>
          <p:cNvPr id="609795059" name="PlaceHolder 2"/>
          <p:cNvSpPr>
            <a:spLocks noGrp="1"/>
          </p:cNvSpPr>
          <p:nvPr>
            <p:ph type="body"/>
          </p:nvPr>
        </p:nvSpPr>
        <p:spPr bwMode="auto">
          <a:xfrm>
            <a:off x="685800" y="609480"/>
            <a:ext cx="7831440" cy="51807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 lang="en-US" sz="1800" b="0" u="none" strike="noStrike">
                <a:solidFill>
                  <a:schemeClr val="lt1"/>
                </a:solidFill>
                <a:latin typeface="Calibri"/>
                <a:ea typeface="Arial"/>
              </a:defRPr>
            </a:lvl1pPr>
            <a:lvl2pPr lvl="1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 lang="en-US" sz="1600" b="0" u="none" strike="noStrike">
                <a:solidFill>
                  <a:schemeClr val="lt1"/>
                </a:solidFill>
                <a:latin typeface="Calibri"/>
                <a:ea typeface="Arial"/>
              </a:defRPr>
            </a:lvl2pPr>
            <a:lvl3pPr lvl="2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 lang="en-US" sz="1400" b="0" u="none" strike="noStrike">
                <a:solidFill>
                  <a:schemeClr val="lt1"/>
                </a:solidFill>
                <a:latin typeface="Calibri"/>
                <a:ea typeface="Arial"/>
              </a:defRPr>
            </a:lvl3pPr>
            <a:lvl4pPr lvl="3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 lang="en-US" sz="1200" b="0" u="none" strike="noStrike">
                <a:solidFill>
                  <a:schemeClr val="lt1"/>
                </a:solidFill>
                <a:latin typeface="Calibri"/>
                <a:ea typeface="Arial"/>
              </a:defRPr>
            </a:lvl4pPr>
            <a:lvl5pPr lvl="4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 lang="en-US" sz="1200" b="0" u="none" strike="noStrike">
                <a:solidFill>
                  <a:schemeClr val="lt1"/>
                </a:solidFill>
                <a:latin typeface="Calibri"/>
                <a:ea typeface="Arial"/>
              </a:defRPr>
            </a:lvl5pPr>
          </a:lstStyle>
          <a:p>
            <a:pPr marL="285840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/>
            </a:pPr>
            <a:r>
              <a:rPr lang="en-US" sz="1800" b="0" u="none" strike="noStrike">
                <a:solidFill>
                  <a:schemeClr val="lt1"/>
                </a:solidFill>
                <a:latin typeface="Calibri"/>
                <a:ea typeface="Arial"/>
              </a:rPr>
              <a:t>Click to edit Master text styles</a:t>
            </a:r>
            <a:endParaRPr lang="en-US" sz="1800" b="0" u="none" strike="noStrike">
              <a:solidFill>
                <a:schemeClr val="lt1"/>
              </a:solidFill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/>
            </a:pPr>
            <a:r>
              <a:rPr lang="en-US" sz="1600" b="0" u="none" strike="noStrike">
                <a:solidFill>
                  <a:schemeClr val="lt1"/>
                </a:solidFill>
                <a:latin typeface="Calibri"/>
                <a:ea typeface="Arial"/>
              </a:rPr>
              <a:t>Second level</a:t>
            </a:r>
            <a:endParaRPr lang="en-US" sz="1600" b="0" u="none" strike="noStrike">
              <a:solidFill>
                <a:schemeClr val="lt1"/>
              </a:solidFill>
              <a:latin typeface="Calibri"/>
            </a:endParaRPr>
          </a:p>
          <a:p>
            <a:pPr marL="1200240" lvl="2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/>
            </a:pPr>
            <a:r>
              <a:rPr lang="en-US" sz="1400" b="0" u="none" strike="noStrike">
                <a:solidFill>
                  <a:schemeClr val="lt1"/>
                </a:solidFill>
                <a:latin typeface="Calibri"/>
                <a:ea typeface="Arial"/>
              </a:rPr>
              <a:t>Third level</a:t>
            </a:r>
            <a:endParaRPr lang="en-US" sz="1400" b="0" u="none" strike="noStrike">
              <a:solidFill>
                <a:schemeClr val="lt1"/>
              </a:solidFill>
              <a:latin typeface="Calibri"/>
            </a:endParaRPr>
          </a:p>
          <a:p>
            <a:pPr marL="1542960" lvl="3" indent="-17136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/>
            </a:pPr>
            <a:r>
              <a:rPr lang="en-US" sz="1200" b="0" u="none" strike="noStrike">
                <a:solidFill>
                  <a:schemeClr val="lt1"/>
                </a:solidFill>
                <a:latin typeface="Calibri"/>
                <a:ea typeface="Arial"/>
              </a:rPr>
              <a:t>Fourth level</a:t>
            </a:r>
            <a:endParaRPr lang="en-US" sz="1200" b="0" u="none" strike="noStrike">
              <a:solidFill>
                <a:schemeClr val="lt1"/>
              </a:solidFill>
              <a:latin typeface="Calibri"/>
            </a:endParaRPr>
          </a:p>
          <a:p>
            <a:pPr marL="2000160" lvl="4" indent="-17136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/>
            </a:pPr>
            <a:r>
              <a:rPr lang="en-US" sz="1200" b="0" u="none" strike="noStrike">
                <a:solidFill>
                  <a:schemeClr val="lt1"/>
                </a:solidFill>
                <a:latin typeface="Calibri"/>
                <a:ea typeface="Arial"/>
              </a:rPr>
              <a:t>Fifth level</a:t>
            </a:r>
            <a:endParaRPr lang="en-US" sz="1200" b="0" u="none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16955062" name="PlaceHolder 3"/>
          <p:cNvSpPr>
            <a:spLocks noGrp="1"/>
          </p:cNvSpPr>
          <p:nvPr>
            <p:ph type="dt" idx="1"/>
          </p:nvPr>
        </p:nvSpPr>
        <p:spPr bwMode="auto">
          <a:xfrm>
            <a:off x="8589600" y="5870520"/>
            <a:ext cx="159948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lt1"/>
                </a:solidFill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000" b="0" u="none" strike="noStrike">
                <a:solidFill>
                  <a:schemeClr val="lt1"/>
                </a:solidFill>
                <a:latin typeface="Calibri"/>
                <a:ea typeface="Arial"/>
              </a:rPr>
              <a:t>&lt;date/time&gt;</a:t>
            </a:r>
            <a:endParaRPr lang="en-US" sz="10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29634577" name="PlaceHolder 4"/>
          <p:cNvSpPr>
            <a:spLocks noGrp="1"/>
          </p:cNvSpPr>
          <p:nvPr>
            <p:ph type="ftr" idx="2"/>
          </p:nvPr>
        </p:nvSpPr>
        <p:spPr bwMode="auto">
          <a:xfrm>
            <a:off x="685800" y="5870520"/>
            <a:ext cx="782676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rgbClr val="FFFFFF"/>
                </a:solidFill>
                <a:latin typeface="Times New Roman"/>
              </a:rPr>
              <a:t>&lt;footer&gt;</a:t>
            </a:r>
          </a:p>
        </p:txBody>
      </p:sp>
      <p:sp>
        <p:nvSpPr>
          <p:cNvPr id="2027452599" name="PlaceHolder 5"/>
          <p:cNvSpPr>
            <a:spLocks noGrp="1"/>
          </p:cNvSpPr>
          <p:nvPr>
            <p:ph type="sldNum" idx="3"/>
          </p:nvPr>
        </p:nvSpPr>
        <p:spPr bwMode="auto">
          <a:xfrm>
            <a:off x="10266120" y="5870520"/>
            <a:ext cx="55044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lt1"/>
                </a:solidFill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3C8BCA7C-CFB1-422E-8BC1-B68ED4A9ED3F}" type="slidenum">
              <a:rPr lang="en-US" sz="1000" b="0" u="none" strike="noStrike">
                <a:solidFill>
                  <a:schemeClr val="lt1"/>
                </a:solidFill>
                <a:latin typeface="Calibri"/>
                <a:ea typeface="Arial"/>
              </a:rPr>
              <a:t>‹#›</a:t>
            </a:fld>
            <a:endParaRPr lang="en-US" sz="1000" b="0" u="none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 and Content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9770656" name="Picture 6" descr="Celestia-R1---OverlayContentHD.png"/>
          <p:cNvPicPr/>
          <p:nvPr/>
        </p:nvPicPr>
        <p:blipFill rotWithShape="1">
          <a:blip r:embed="rId3"/>
          <a:stretch/>
        </p:blipFill>
        <p:spPr bwMode="auto">
          <a:xfrm>
            <a:off x="0" y="0"/>
            <a:ext cx="12188160" cy="6855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13684007" name="PlaceHolder 1"/>
          <p:cNvSpPr>
            <a:spLocks noGrp="1"/>
          </p:cNvSpPr>
          <p:nvPr>
            <p:ph type="title"/>
          </p:nvPr>
        </p:nvSpPr>
        <p:spPr bwMode="auto">
          <a:xfrm>
            <a:off x="685800" y="609480"/>
            <a:ext cx="10130760" cy="1455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3600" b="0" u="none" strike="noStrike" cap="all">
                <a:solidFill>
                  <a:schemeClr val="lt1"/>
                </a:solidFill>
                <a:latin typeface="Calibri Light"/>
                <a:ea typeface="Arial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3600" b="0" u="none" strike="noStrike" cap="all">
                <a:solidFill>
                  <a:schemeClr val="lt1"/>
                </a:solidFill>
                <a:latin typeface="Calibri Light"/>
                <a:ea typeface="Arial"/>
              </a:rPr>
              <a:t>Click to edit Master title style</a:t>
            </a:r>
            <a:endParaRPr lang="en-US" sz="3600" b="0" u="none" strike="noStrike" cap="all">
              <a:solidFill>
                <a:schemeClr val="lt1"/>
              </a:solidFill>
              <a:latin typeface="Calibri Light"/>
            </a:endParaRPr>
          </a:p>
        </p:txBody>
      </p:sp>
      <p:sp>
        <p:nvSpPr>
          <p:cNvPr id="468419926" name="PlaceHolder 2"/>
          <p:cNvSpPr>
            <a:spLocks noGrp="1"/>
          </p:cNvSpPr>
          <p:nvPr>
            <p:ph type="body"/>
          </p:nvPr>
        </p:nvSpPr>
        <p:spPr bwMode="auto">
          <a:xfrm>
            <a:off x="685800" y="2142000"/>
            <a:ext cx="10130760" cy="364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 lang="en-US" sz="1800" b="0" u="none" strike="noStrike">
                <a:solidFill>
                  <a:schemeClr val="lt1"/>
                </a:solidFill>
                <a:latin typeface="Calibri"/>
                <a:ea typeface="Arial"/>
              </a:defRPr>
            </a:lvl1pPr>
            <a:lvl2pPr lvl="1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 lang="en-US" sz="1600" b="0" u="none" strike="noStrike">
                <a:solidFill>
                  <a:schemeClr val="lt1"/>
                </a:solidFill>
                <a:latin typeface="Calibri"/>
                <a:ea typeface="Arial"/>
              </a:defRPr>
            </a:lvl2pPr>
            <a:lvl3pPr lvl="2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 lang="en-US" sz="1400" b="0" u="none" strike="noStrike">
                <a:solidFill>
                  <a:schemeClr val="lt1"/>
                </a:solidFill>
                <a:latin typeface="Calibri"/>
                <a:ea typeface="Arial"/>
              </a:defRPr>
            </a:lvl3pPr>
            <a:lvl4pPr lvl="3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 lang="en-US" sz="1200" b="0" u="none" strike="noStrike">
                <a:solidFill>
                  <a:schemeClr val="lt1"/>
                </a:solidFill>
                <a:latin typeface="Calibri"/>
                <a:ea typeface="Arial"/>
              </a:defRPr>
            </a:lvl4pPr>
            <a:lvl5pPr lvl="4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 lang="en-US" sz="1200" b="0" u="none" strike="noStrike">
                <a:solidFill>
                  <a:schemeClr val="lt1"/>
                </a:solidFill>
                <a:latin typeface="Calibri"/>
                <a:ea typeface="Arial"/>
              </a:defRPr>
            </a:lvl5pPr>
          </a:lstStyle>
          <a:p>
            <a:pPr marL="285840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/>
            </a:pPr>
            <a:r>
              <a:rPr lang="en-US" sz="1800" b="0" u="none" strike="noStrike">
                <a:solidFill>
                  <a:schemeClr val="lt1"/>
                </a:solidFill>
                <a:latin typeface="Calibri"/>
                <a:ea typeface="Arial"/>
              </a:rPr>
              <a:t>Click to edit Master text styles</a:t>
            </a:r>
            <a:endParaRPr lang="en-US" sz="1800" b="0" u="none" strike="noStrike">
              <a:solidFill>
                <a:schemeClr val="lt1"/>
              </a:solidFill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/>
            </a:pPr>
            <a:r>
              <a:rPr lang="en-US" sz="1600" b="0" u="none" strike="noStrike">
                <a:solidFill>
                  <a:schemeClr val="lt1"/>
                </a:solidFill>
                <a:latin typeface="Calibri"/>
                <a:ea typeface="Arial"/>
              </a:rPr>
              <a:t>Second level</a:t>
            </a:r>
            <a:endParaRPr lang="en-US" sz="1600" b="0" u="none" strike="noStrike">
              <a:solidFill>
                <a:schemeClr val="lt1"/>
              </a:solidFill>
              <a:latin typeface="Calibri"/>
            </a:endParaRPr>
          </a:p>
          <a:p>
            <a:pPr marL="1200240" lvl="2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/>
            </a:pPr>
            <a:r>
              <a:rPr lang="en-US" sz="1400" b="0" u="none" strike="noStrike">
                <a:solidFill>
                  <a:schemeClr val="lt1"/>
                </a:solidFill>
                <a:latin typeface="Calibri"/>
                <a:ea typeface="Arial"/>
              </a:rPr>
              <a:t>Third level</a:t>
            </a:r>
            <a:endParaRPr lang="en-US" sz="1400" b="0" u="none" strike="noStrike">
              <a:solidFill>
                <a:schemeClr val="lt1"/>
              </a:solidFill>
              <a:latin typeface="Calibri"/>
            </a:endParaRPr>
          </a:p>
          <a:p>
            <a:pPr marL="1542960" lvl="3" indent="-17136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/>
            </a:pPr>
            <a:r>
              <a:rPr lang="en-US" sz="1200" b="0" u="none" strike="noStrike">
                <a:solidFill>
                  <a:schemeClr val="lt1"/>
                </a:solidFill>
                <a:latin typeface="Calibri"/>
                <a:ea typeface="Arial"/>
              </a:rPr>
              <a:t>Fourth level</a:t>
            </a:r>
            <a:endParaRPr lang="en-US" sz="1200" b="0" u="none" strike="noStrike">
              <a:solidFill>
                <a:schemeClr val="lt1"/>
              </a:solidFill>
              <a:latin typeface="Calibri"/>
            </a:endParaRPr>
          </a:p>
          <a:p>
            <a:pPr marL="2000160" lvl="4" indent="-17136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/>
            </a:pPr>
            <a:r>
              <a:rPr lang="en-US" sz="1200" b="0" u="none" strike="noStrike">
                <a:solidFill>
                  <a:schemeClr val="lt1"/>
                </a:solidFill>
                <a:latin typeface="Calibri"/>
                <a:ea typeface="Arial"/>
              </a:rPr>
              <a:t>Fifth level</a:t>
            </a:r>
            <a:endParaRPr lang="en-US" sz="1200" b="0" u="none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10804100" name="PlaceHolder 3"/>
          <p:cNvSpPr>
            <a:spLocks noGrp="1"/>
          </p:cNvSpPr>
          <p:nvPr>
            <p:ph type="dt" idx="4"/>
          </p:nvPr>
        </p:nvSpPr>
        <p:spPr bwMode="auto">
          <a:xfrm>
            <a:off x="8589600" y="5870520"/>
            <a:ext cx="159948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lt1"/>
                </a:solidFill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000" b="0" u="none" strike="noStrike">
                <a:solidFill>
                  <a:schemeClr val="lt1"/>
                </a:solidFill>
                <a:latin typeface="Calibri"/>
                <a:ea typeface="Arial"/>
              </a:rPr>
              <a:t>&lt;date/time&gt;</a:t>
            </a:r>
            <a:endParaRPr lang="en-US" sz="10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7860537" name="PlaceHolder 4"/>
          <p:cNvSpPr>
            <a:spLocks noGrp="1"/>
          </p:cNvSpPr>
          <p:nvPr>
            <p:ph type="ftr" idx="5"/>
          </p:nvPr>
        </p:nvSpPr>
        <p:spPr bwMode="auto">
          <a:xfrm>
            <a:off x="685800" y="5870520"/>
            <a:ext cx="782676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rgbClr val="FFFFFF"/>
                </a:solidFill>
                <a:latin typeface="Times New Roman"/>
              </a:rPr>
              <a:t>&lt;footer&gt;</a:t>
            </a:r>
          </a:p>
        </p:txBody>
      </p:sp>
      <p:sp>
        <p:nvSpPr>
          <p:cNvPr id="2134542632" name="PlaceHolder 5"/>
          <p:cNvSpPr>
            <a:spLocks noGrp="1"/>
          </p:cNvSpPr>
          <p:nvPr>
            <p:ph type="sldNum" idx="6"/>
          </p:nvPr>
        </p:nvSpPr>
        <p:spPr bwMode="auto">
          <a:xfrm>
            <a:off x="10266120" y="5870520"/>
            <a:ext cx="55044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lt1"/>
                </a:solidFill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A5FB2A6F-7C28-4ADA-A9EE-A2DFE3724969}" type="slidenum">
              <a:rPr lang="en-US" sz="1000" b="0" u="none" strike="noStrike">
                <a:solidFill>
                  <a:schemeClr val="lt1"/>
                </a:solidFill>
                <a:latin typeface="Calibri"/>
                <a:ea typeface="Arial"/>
              </a:rPr>
              <a:t>‹#›</a:t>
            </a:fld>
            <a:endParaRPr lang="en-US" sz="1000" b="0" u="none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Section Header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35727645" name="Picture 6" descr="Celestia-R1---OverlayContentHD.png"/>
          <p:cNvPicPr/>
          <p:nvPr/>
        </p:nvPicPr>
        <p:blipFill rotWithShape="1">
          <a:blip r:embed="rId3"/>
          <a:stretch/>
        </p:blipFill>
        <p:spPr bwMode="auto">
          <a:xfrm>
            <a:off x="0" y="0"/>
            <a:ext cx="12188160" cy="6855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33388138" name="PlaceHolder 1"/>
          <p:cNvSpPr>
            <a:spLocks noGrp="1"/>
          </p:cNvSpPr>
          <p:nvPr>
            <p:ph type="title"/>
          </p:nvPr>
        </p:nvSpPr>
        <p:spPr bwMode="auto">
          <a:xfrm>
            <a:off x="685800" y="3308760"/>
            <a:ext cx="10130760" cy="1468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000" b="0" u="none" strike="noStrike" cap="all">
                <a:solidFill>
                  <a:schemeClr val="lt1"/>
                </a:solidFill>
                <a:latin typeface="Calibri Light"/>
                <a:ea typeface="Arial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4000" b="0" u="none" strike="noStrike" cap="all">
                <a:solidFill>
                  <a:schemeClr val="lt1"/>
                </a:solidFill>
                <a:latin typeface="Calibri Light"/>
                <a:ea typeface="Arial"/>
              </a:rPr>
              <a:t>Click to edit Master title style</a:t>
            </a:r>
            <a:endParaRPr lang="en-US" sz="4000" b="0" u="none" strike="noStrike" cap="all">
              <a:solidFill>
                <a:schemeClr val="lt1"/>
              </a:solidFill>
              <a:latin typeface="Calibri Light"/>
            </a:endParaRPr>
          </a:p>
        </p:txBody>
      </p:sp>
      <p:sp>
        <p:nvSpPr>
          <p:cNvPr id="697426012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777560"/>
            <a:ext cx="10130760" cy="859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Aft>
                <a:spcPts val="1001"/>
              </a:spcAft>
              <a:buNone/>
              <a:tabLst>
                <a:tab pos="0" algn="l"/>
              </a:tabLst>
              <a:defRPr lang="en-US" sz="2000" b="0" u="none" strike="noStrike" cap="all">
                <a:solidFill>
                  <a:schemeClr val="lt1"/>
                </a:solidFill>
                <a:latin typeface="Calibri"/>
                <a:ea typeface="Arial"/>
              </a:defRPr>
            </a:lvl1pPr>
          </a:lstStyle>
          <a:p>
            <a:pPr indent="0" algn="l" defTabSz="457200">
              <a:lnSpc>
                <a:spcPct val="100000"/>
              </a:lnSpc>
              <a:spcAft>
                <a:spcPts val="1001"/>
              </a:spcAft>
              <a:buNone/>
              <a:tabLst>
                <a:tab pos="0" algn="l"/>
              </a:tabLst>
              <a:defRPr/>
            </a:pPr>
            <a:r>
              <a:rPr lang="en-US" sz="2000" b="0" u="none" strike="noStrike" cap="all">
                <a:solidFill>
                  <a:schemeClr val="lt1"/>
                </a:solidFill>
                <a:latin typeface="Calibri"/>
                <a:ea typeface="Arial"/>
              </a:rPr>
              <a:t>Click to edit Master text styles</a:t>
            </a:r>
            <a:endParaRPr lang="en-US" sz="2000" b="0" u="none" strike="noStrike" cap="all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75062668" name="PlaceHolder 3"/>
          <p:cNvSpPr>
            <a:spLocks noGrp="1"/>
          </p:cNvSpPr>
          <p:nvPr>
            <p:ph type="dt" idx="7"/>
          </p:nvPr>
        </p:nvSpPr>
        <p:spPr bwMode="auto">
          <a:xfrm>
            <a:off x="8589600" y="5870520"/>
            <a:ext cx="159948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lt1"/>
                </a:solidFill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000" b="0" u="none" strike="noStrike">
                <a:solidFill>
                  <a:schemeClr val="lt1"/>
                </a:solidFill>
                <a:latin typeface="Calibri"/>
                <a:ea typeface="Arial"/>
              </a:rPr>
              <a:t>&lt;date/time&gt;</a:t>
            </a:r>
            <a:endParaRPr lang="en-US" sz="10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6750100" name="PlaceHolder 4"/>
          <p:cNvSpPr>
            <a:spLocks noGrp="1"/>
          </p:cNvSpPr>
          <p:nvPr>
            <p:ph type="ftr" idx="8"/>
          </p:nvPr>
        </p:nvSpPr>
        <p:spPr bwMode="auto">
          <a:xfrm>
            <a:off x="685800" y="5870520"/>
            <a:ext cx="782676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rgbClr val="FFFFFF"/>
                </a:solidFill>
                <a:latin typeface="Times New Roman"/>
              </a:rPr>
              <a:t>&lt;footer&gt;</a:t>
            </a:r>
          </a:p>
        </p:txBody>
      </p:sp>
      <p:sp>
        <p:nvSpPr>
          <p:cNvPr id="1241894792" name="PlaceHolder 5"/>
          <p:cNvSpPr>
            <a:spLocks noGrp="1"/>
          </p:cNvSpPr>
          <p:nvPr>
            <p:ph type="sldNum" idx="9"/>
          </p:nvPr>
        </p:nvSpPr>
        <p:spPr bwMode="auto">
          <a:xfrm>
            <a:off x="10266120" y="5870520"/>
            <a:ext cx="55044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lt1"/>
                </a:solidFill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7CFCD5CA-5B01-4A21-A9C5-0CCAA0B61694}" type="slidenum">
              <a:rPr lang="en-US" sz="1000" b="0" u="none" strike="noStrike">
                <a:solidFill>
                  <a:schemeClr val="lt1"/>
                </a:solidFill>
                <a:latin typeface="Calibri"/>
                <a:ea typeface="Arial"/>
              </a:rPr>
              <a:t>‹#›</a:t>
            </a:fld>
            <a:endParaRPr lang="en-US" sz="1000" b="0" u="none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Two Content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98364931" name="Picture 7" descr="Celestia-R1---OverlayContentHD.png"/>
          <p:cNvPicPr/>
          <p:nvPr/>
        </p:nvPicPr>
        <p:blipFill rotWithShape="1">
          <a:blip r:embed="rId3"/>
          <a:stretch/>
        </p:blipFill>
        <p:spPr bwMode="auto">
          <a:xfrm>
            <a:off x="0" y="0"/>
            <a:ext cx="12188160" cy="6855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77197048" name="PlaceHolder 1"/>
          <p:cNvSpPr>
            <a:spLocks noGrp="1"/>
          </p:cNvSpPr>
          <p:nvPr>
            <p:ph type="title"/>
          </p:nvPr>
        </p:nvSpPr>
        <p:spPr bwMode="auto">
          <a:xfrm>
            <a:off x="685800" y="609480"/>
            <a:ext cx="10130760" cy="1455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3600" b="0" u="none" strike="noStrike" cap="all">
                <a:solidFill>
                  <a:schemeClr val="lt1"/>
                </a:solidFill>
                <a:latin typeface="Calibri Light"/>
                <a:ea typeface="Arial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3600" b="0" u="none" strike="noStrike" cap="all">
                <a:solidFill>
                  <a:schemeClr val="lt1"/>
                </a:solidFill>
                <a:latin typeface="Calibri Light"/>
                <a:ea typeface="Arial"/>
              </a:rPr>
              <a:t>Click to edit Master title style</a:t>
            </a:r>
            <a:endParaRPr lang="en-US" sz="3600" b="0" u="none" strike="noStrike" cap="all">
              <a:solidFill>
                <a:schemeClr val="lt1"/>
              </a:solidFill>
              <a:latin typeface="Calibri Light"/>
            </a:endParaRPr>
          </a:p>
        </p:txBody>
      </p:sp>
      <p:sp>
        <p:nvSpPr>
          <p:cNvPr id="1708817029" name="PlaceHolder 2"/>
          <p:cNvSpPr>
            <a:spLocks noGrp="1"/>
          </p:cNvSpPr>
          <p:nvPr>
            <p:ph type="body"/>
          </p:nvPr>
        </p:nvSpPr>
        <p:spPr bwMode="auto">
          <a:xfrm>
            <a:off x="685800" y="2142000"/>
            <a:ext cx="4994640" cy="364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 lang="en-US" sz="1800" b="0" u="none" strike="noStrike">
                <a:solidFill>
                  <a:schemeClr val="lt1"/>
                </a:solidFill>
                <a:latin typeface="Calibri"/>
                <a:ea typeface="Arial"/>
              </a:defRPr>
            </a:lvl1pPr>
            <a:lvl2pPr lvl="1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 lang="en-US" sz="1600" b="0" u="none" strike="noStrike">
                <a:solidFill>
                  <a:schemeClr val="lt1"/>
                </a:solidFill>
                <a:latin typeface="Calibri"/>
                <a:ea typeface="Arial"/>
              </a:defRPr>
            </a:lvl2pPr>
            <a:lvl3pPr lvl="2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 lang="en-US" sz="1400" b="0" u="none" strike="noStrike">
                <a:solidFill>
                  <a:schemeClr val="lt1"/>
                </a:solidFill>
                <a:latin typeface="Calibri"/>
                <a:ea typeface="Arial"/>
              </a:defRPr>
            </a:lvl3pPr>
            <a:lvl4pPr lvl="3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 lang="en-US" sz="1200" b="0" u="none" strike="noStrike">
                <a:solidFill>
                  <a:schemeClr val="lt1"/>
                </a:solidFill>
                <a:latin typeface="Calibri"/>
                <a:ea typeface="Arial"/>
              </a:defRPr>
            </a:lvl4pPr>
            <a:lvl5pPr lvl="4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 lang="en-US" sz="1200" b="0" u="none" strike="noStrike">
                <a:solidFill>
                  <a:schemeClr val="lt1"/>
                </a:solidFill>
                <a:latin typeface="Calibri"/>
                <a:ea typeface="Arial"/>
              </a:defRPr>
            </a:lvl5pPr>
          </a:lstStyle>
          <a:p>
            <a:pPr marL="285840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/>
            </a:pPr>
            <a:r>
              <a:rPr lang="en-US" sz="1800" b="0" u="none" strike="noStrike">
                <a:solidFill>
                  <a:schemeClr val="lt1"/>
                </a:solidFill>
                <a:latin typeface="Calibri"/>
                <a:ea typeface="Arial"/>
              </a:rPr>
              <a:t>Click to edit Master text styles</a:t>
            </a:r>
            <a:endParaRPr lang="en-US" sz="1800" b="0" u="none" strike="noStrike">
              <a:solidFill>
                <a:schemeClr val="lt1"/>
              </a:solidFill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/>
            </a:pPr>
            <a:r>
              <a:rPr lang="en-US" sz="1600" b="0" u="none" strike="noStrike">
                <a:solidFill>
                  <a:schemeClr val="lt1"/>
                </a:solidFill>
                <a:latin typeface="Calibri"/>
                <a:ea typeface="Arial"/>
              </a:rPr>
              <a:t>Second level</a:t>
            </a:r>
            <a:endParaRPr lang="en-US" sz="1600" b="0" u="none" strike="noStrike">
              <a:solidFill>
                <a:schemeClr val="lt1"/>
              </a:solidFill>
              <a:latin typeface="Calibri"/>
            </a:endParaRPr>
          </a:p>
          <a:p>
            <a:pPr marL="1200240" lvl="2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/>
            </a:pPr>
            <a:r>
              <a:rPr lang="en-US" sz="1400" b="0" u="none" strike="noStrike">
                <a:solidFill>
                  <a:schemeClr val="lt1"/>
                </a:solidFill>
                <a:latin typeface="Calibri"/>
                <a:ea typeface="Arial"/>
              </a:rPr>
              <a:t>Third level</a:t>
            </a:r>
            <a:endParaRPr lang="en-US" sz="1400" b="0" u="none" strike="noStrike">
              <a:solidFill>
                <a:schemeClr val="lt1"/>
              </a:solidFill>
              <a:latin typeface="Calibri"/>
            </a:endParaRPr>
          </a:p>
          <a:p>
            <a:pPr marL="1542960" lvl="3" indent="-17136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/>
            </a:pPr>
            <a:r>
              <a:rPr lang="en-US" sz="1200" b="0" u="none" strike="noStrike">
                <a:solidFill>
                  <a:schemeClr val="lt1"/>
                </a:solidFill>
                <a:latin typeface="Calibri"/>
                <a:ea typeface="Arial"/>
              </a:rPr>
              <a:t>Fourth level</a:t>
            </a:r>
            <a:endParaRPr lang="en-US" sz="1200" b="0" u="none" strike="noStrike">
              <a:solidFill>
                <a:schemeClr val="lt1"/>
              </a:solidFill>
              <a:latin typeface="Calibri"/>
            </a:endParaRPr>
          </a:p>
          <a:p>
            <a:pPr marL="2000160" lvl="4" indent="-17136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/>
            </a:pPr>
            <a:r>
              <a:rPr lang="en-US" sz="1200" b="0" u="none" strike="noStrike">
                <a:solidFill>
                  <a:schemeClr val="lt1"/>
                </a:solidFill>
                <a:latin typeface="Calibri"/>
                <a:ea typeface="Arial"/>
              </a:rPr>
              <a:t>Fifth level</a:t>
            </a:r>
            <a:endParaRPr lang="en-US" sz="1200" b="0" u="none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49600860" name="PlaceHolder 3"/>
          <p:cNvSpPr>
            <a:spLocks noGrp="1"/>
          </p:cNvSpPr>
          <p:nvPr>
            <p:ph type="body"/>
          </p:nvPr>
        </p:nvSpPr>
        <p:spPr bwMode="auto">
          <a:xfrm>
            <a:off x="5821920" y="2142000"/>
            <a:ext cx="4994640" cy="364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 lang="en-US" sz="1800" b="0" u="none" strike="noStrike">
                <a:solidFill>
                  <a:schemeClr val="lt1"/>
                </a:solidFill>
                <a:latin typeface="Calibri"/>
                <a:ea typeface="Arial"/>
              </a:defRPr>
            </a:lvl1pPr>
            <a:lvl2pPr lvl="1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 lang="en-US" sz="1600" b="0" u="none" strike="noStrike">
                <a:solidFill>
                  <a:schemeClr val="lt1"/>
                </a:solidFill>
                <a:latin typeface="Calibri"/>
                <a:ea typeface="Arial"/>
              </a:defRPr>
            </a:lvl2pPr>
            <a:lvl3pPr lvl="2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 lang="en-US" sz="1400" b="0" u="none" strike="noStrike">
                <a:solidFill>
                  <a:schemeClr val="lt1"/>
                </a:solidFill>
                <a:latin typeface="Calibri"/>
                <a:ea typeface="Arial"/>
              </a:defRPr>
            </a:lvl3pPr>
            <a:lvl4pPr lvl="3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 lang="en-US" sz="1200" b="0" u="none" strike="noStrike">
                <a:solidFill>
                  <a:schemeClr val="lt1"/>
                </a:solidFill>
                <a:latin typeface="Calibri"/>
                <a:ea typeface="Arial"/>
              </a:defRPr>
            </a:lvl4pPr>
            <a:lvl5pPr lvl="4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 lang="en-US" sz="1200" b="0" u="none" strike="noStrike">
                <a:solidFill>
                  <a:schemeClr val="lt1"/>
                </a:solidFill>
                <a:latin typeface="Calibri"/>
                <a:ea typeface="Arial"/>
              </a:defRPr>
            </a:lvl5pPr>
          </a:lstStyle>
          <a:p>
            <a:pPr marL="285840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/>
            </a:pPr>
            <a:r>
              <a:rPr lang="en-US" sz="1800" b="0" u="none" strike="noStrike">
                <a:solidFill>
                  <a:schemeClr val="lt1"/>
                </a:solidFill>
                <a:latin typeface="Calibri"/>
                <a:ea typeface="Arial"/>
              </a:rPr>
              <a:t>Click to edit Master text styles</a:t>
            </a:r>
            <a:endParaRPr lang="en-US" sz="1800" b="0" u="none" strike="noStrike">
              <a:solidFill>
                <a:schemeClr val="lt1"/>
              </a:solidFill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/>
            </a:pPr>
            <a:r>
              <a:rPr lang="en-US" sz="1600" b="0" u="none" strike="noStrike">
                <a:solidFill>
                  <a:schemeClr val="lt1"/>
                </a:solidFill>
                <a:latin typeface="Calibri"/>
                <a:ea typeface="Arial"/>
              </a:rPr>
              <a:t>Second level</a:t>
            </a:r>
            <a:endParaRPr lang="en-US" sz="1600" b="0" u="none" strike="noStrike">
              <a:solidFill>
                <a:schemeClr val="lt1"/>
              </a:solidFill>
              <a:latin typeface="Calibri"/>
            </a:endParaRPr>
          </a:p>
          <a:p>
            <a:pPr marL="1200240" lvl="2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/>
            </a:pPr>
            <a:r>
              <a:rPr lang="en-US" sz="1400" b="0" u="none" strike="noStrike">
                <a:solidFill>
                  <a:schemeClr val="lt1"/>
                </a:solidFill>
                <a:latin typeface="Calibri"/>
                <a:ea typeface="Arial"/>
              </a:rPr>
              <a:t>Third level</a:t>
            </a:r>
            <a:endParaRPr lang="en-US" sz="1400" b="0" u="none" strike="noStrike">
              <a:solidFill>
                <a:schemeClr val="lt1"/>
              </a:solidFill>
              <a:latin typeface="Calibri"/>
            </a:endParaRPr>
          </a:p>
          <a:p>
            <a:pPr marL="1542960" lvl="3" indent="-17136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/>
            </a:pPr>
            <a:r>
              <a:rPr lang="en-US" sz="1200" b="0" u="none" strike="noStrike">
                <a:solidFill>
                  <a:schemeClr val="lt1"/>
                </a:solidFill>
                <a:latin typeface="Calibri"/>
                <a:ea typeface="Arial"/>
              </a:rPr>
              <a:t>Fourth level</a:t>
            </a:r>
            <a:endParaRPr lang="en-US" sz="1200" b="0" u="none" strike="noStrike">
              <a:solidFill>
                <a:schemeClr val="lt1"/>
              </a:solidFill>
              <a:latin typeface="Calibri"/>
            </a:endParaRPr>
          </a:p>
          <a:p>
            <a:pPr marL="2000160" lvl="4" indent="-17136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/>
            </a:pPr>
            <a:r>
              <a:rPr lang="en-US" sz="1200" b="0" u="none" strike="noStrike">
                <a:solidFill>
                  <a:schemeClr val="lt1"/>
                </a:solidFill>
                <a:latin typeface="Calibri"/>
                <a:ea typeface="Arial"/>
              </a:rPr>
              <a:t>Fifth level</a:t>
            </a:r>
            <a:endParaRPr lang="en-US" sz="1200" b="0" u="none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0219471" name="PlaceHolder 4"/>
          <p:cNvSpPr>
            <a:spLocks noGrp="1"/>
          </p:cNvSpPr>
          <p:nvPr>
            <p:ph type="dt" idx="10"/>
          </p:nvPr>
        </p:nvSpPr>
        <p:spPr bwMode="auto">
          <a:xfrm>
            <a:off x="8589600" y="5870520"/>
            <a:ext cx="159948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lt1"/>
                </a:solidFill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000" b="0" u="none" strike="noStrike">
                <a:solidFill>
                  <a:schemeClr val="lt1"/>
                </a:solidFill>
                <a:latin typeface="Calibri"/>
                <a:ea typeface="Arial"/>
              </a:rPr>
              <a:t>&lt;date/time&gt;</a:t>
            </a:r>
            <a:endParaRPr lang="en-US" sz="10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40621278" name="PlaceHolder 5"/>
          <p:cNvSpPr>
            <a:spLocks noGrp="1"/>
          </p:cNvSpPr>
          <p:nvPr>
            <p:ph type="ftr" idx="11"/>
          </p:nvPr>
        </p:nvSpPr>
        <p:spPr bwMode="auto">
          <a:xfrm>
            <a:off x="685800" y="5870520"/>
            <a:ext cx="782676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rgbClr val="FFFFFF"/>
                </a:solidFill>
                <a:latin typeface="Times New Roman"/>
              </a:rPr>
              <a:t>&lt;footer&gt;</a:t>
            </a:r>
          </a:p>
        </p:txBody>
      </p:sp>
      <p:sp>
        <p:nvSpPr>
          <p:cNvPr id="2131499298" name="PlaceHolder 6"/>
          <p:cNvSpPr>
            <a:spLocks noGrp="1"/>
          </p:cNvSpPr>
          <p:nvPr>
            <p:ph type="sldNum" idx="12"/>
          </p:nvPr>
        </p:nvSpPr>
        <p:spPr bwMode="auto">
          <a:xfrm>
            <a:off x="10266120" y="5870520"/>
            <a:ext cx="55044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lt1"/>
                </a:solidFill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D470ABAD-6B43-485E-9AFF-40F9D59A52DF}" type="slidenum">
              <a:rPr lang="en-US" sz="1000" b="0" u="none" strike="noStrike">
                <a:solidFill>
                  <a:schemeClr val="lt1"/>
                </a:solidFill>
                <a:latin typeface="Calibri"/>
                <a:ea typeface="Arial"/>
              </a:rPr>
              <a:t>‹#›</a:t>
            </a:fld>
            <a:endParaRPr lang="en-US" sz="1000" b="0" u="none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Comparison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2864062" name="PlaceHolder 1"/>
          <p:cNvSpPr>
            <a:spLocks noGrp="1"/>
          </p:cNvSpPr>
          <p:nvPr>
            <p:ph type="title"/>
          </p:nvPr>
        </p:nvSpPr>
        <p:spPr bwMode="auto">
          <a:xfrm>
            <a:off x="685800" y="609480"/>
            <a:ext cx="10130760" cy="1455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3600" b="0" u="none" strike="noStrike" cap="all">
                <a:solidFill>
                  <a:schemeClr val="lt1"/>
                </a:solidFill>
                <a:latin typeface="Calibri Light"/>
                <a:ea typeface="Arial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3600" b="0" u="none" strike="noStrike" cap="all">
                <a:solidFill>
                  <a:schemeClr val="lt1"/>
                </a:solidFill>
                <a:latin typeface="Calibri Light"/>
                <a:ea typeface="Arial"/>
              </a:rPr>
              <a:t>Click to edit Master title style</a:t>
            </a:r>
            <a:endParaRPr lang="en-US" sz="3600" b="0" u="none" strike="noStrike" cap="all">
              <a:solidFill>
                <a:schemeClr val="lt1"/>
              </a:solidFill>
              <a:latin typeface="Calibri Light"/>
            </a:endParaRPr>
          </a:p>
        </p:txBody>
      </p:sp>
      <p:sp>
        <p:nvSpPr>
          <p:cNvPr id="1286662218" name="PlaceHolder 2"/>
          <p:cNvSpPr>
            <a:spLocks noGrp="1"/>
          </p:cNvSpPr>
          <p:nvPr>
            <p:ph type="body"/>
          </p:nvPr>
        </p:nvSpPr>
        <p:spPr bwMode="auto">
          <a:xfrm>
            <a:off x="973800" y="2218320"/>
            <a:ext cx="4708440" cy="575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Aft>
                <a:spcPts val="1001"/>
              </a:spcAft>
              <a:buNone/>
              <a:tabLst>
                <a:tab pos="0" algn="l"/>
              </a:tabLst>
              <a:defRPr lang="en-US" sz="2800" b="0" u="none" strike="noStrike">
                <a:solidFill>
                  <a:schemeClr val="lt1"/>
                </a:solidFill>
                <a:latin typeface="Calibri"/>
                <a:ea typeface="Arial"/>
              </a:defRPr>
            </a:lvl1pPr>
          </a:lstStyle>
          <a:p>
            <a:pPr indent="0" algn="l" defTabSz="457200">
              <a:lnSpc>
                <a:spcPct val="100000"/>
              </a:lnSpc>
              <a:spcAft>
                <a:spcPts val="1001"/>
              </a:spcAft>
              <a:buNone/>
              <a:tabLst>
                <a:tab pos="0" algn="l"/>
              </a:tabLst>
              <a:defRPr/>
            </a:pPr>
            <a:r>
              <a:rPr lang="en-US" sz="2800" b="0" u="none" strike="noStrike">
                <a:solidFill>
                  <a:schemeClr val="lt1"/>
                </a:solidFill>
                <a:latin typeface="Calibri"/>
                <a:ea typeface="Arial"/>
              </a:rPr>
              <a:t>Click to edit Master text styles</a:t>
            </a:r>
            <a:endParaRPr lang="en-US" sz="2800" b="0" u="none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86186303" name="PlaceHolder 3"/>
          <p:cNvSpPr>
            <a:spLocks noGrp="1"/>
          </p:cNvSpPr>
          <p:nvPr>
            <p:ph type="body"/>
          </p:nvPr>
        </p:nvSpPr>
        <p:spPr bwMode="auto">
          <a:xfrm>
            <a:off x="685800" y="2870280"/>
            <a:ext cx="4996080" cy="2920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lt1"/>
                </a:solidFill>
                <a:latin typeface="Calibri"/>
                <a:ea typeface="Arial"/>
              </a:defRPr>
            </a:lvl1pPr>
            <a:lvl2pPr lvl="1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tabLst>
                <a:tab pos="0" algn="l"/>
              </a:tabLst>
              <a:defRPr lang="en-US" sz="1600" b="0" u="none" strike="noStrike">
                <a:solidFill>
                  <a:schemeClr val="lt1"/>
                </a:solidFill>
                <a:latin typeface="Calibri"/>
                <a:ea typeface="Arial"/>
              </a:defRPr>
            </a:lvl2pPr>
            <a:lvl3pPr lvl="2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tabLst>
                <a:tab pos="0" algn="l"/>
              </a:tabLst>
              <a:defRPr lang="en-US" sz="1400" b="0" u="none" strike="noStrike">
                <a:solidFill>
                  <a:schemeClr val="lt1"/>
                </a:solidFill>
                <a:latin typeface="Calibri"/>
                <a:ea typeface="Arial"/>
              </a:defRPr>
            </a:lvl3pPr>
            <a:lvl4pPr lvl="3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tabLst>
                <a:tab pos="0" algn="l"/>
              </a:tabLst>
              <a:defRPr lang="en-US" sz="1200" b="0" u="none" strike="noStrike">
                <a:solidFill>
                  <a:schemeClr val="lt1"/>
                </a:solidFill>
                <a:latin typeface="Calibri"/>
                <a:ea typeface="Arial"/>
              </a:defRPr>
            </a:lvl4pPr>
            <a:lvl5pPr lvl="4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tabLst>
                <a:tab pos="0" algn="l"/>
              </a:tabLst>
              <a:defRPr lang="en-US" sz="1200" b="0" u="none" strike="noStrike">
                <a:solidFill>
                  <a:schemeClr val="lt1"/>
                </a:solidFill>
                <a:latin typeface="Calibri"/>
                <a:ea typeface="Arial"/>
              </a:defRPr>
            </a:lvl5pPr>
          </a:lstStyle>
          <a:p>
            <a:pPr marL="285840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chemeClr val="lt1"/>
                </a:solidFill>
                <a:latin typeface="Calibri"/>
                <a:ea typeface="Arial"/>
              </a:rPr>
              <a:t>Click to edit Master text styles</a:t>
            </a:r>
            <a:endParaRPr lang="en-US" sz="1800" b="0" u="none" strike="noStrike">
              <a:solidFill>
                <a:schemeClr val="lt1"/>
              </a:solidFill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tabLst>
                <a:tab pos="0" algn="l"/>
              </a:tabLst>
              <a:defRPr/>
            </a:pPr>
            <a:r>
              <a:rPr lang="en-US" sz="1600" b="0" u="none" strike="noStrike">
                <a:solidFill>
                  <a:schemeClr val="lt1"/>
                </a:solidFill>
                <a:latin typeface="Calibri"/>
                <a:ea typeface="Arial"/>
              </a:rPr>
              <a:t>Second level</a:t>
            </a:r>
            <a:endParaRPr lang="en-US" sz="1600" b="0" u="none" strike="noStrike">
              <a:solidFill>
                <a:schemeClr val="lt1"/>
              </a:solidFill>
              <a:latin typeface="Calibri"/>
            </a:endParaRPr>
          </a:p>
          <a:p>
            <a:pPr marL="1200240" lvl="2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chemeClr val="lt1"/>
                </a:solidFill>
                <a:latin typeface="Calibri"/>
                <a:ea typeface="Arial"/>
              </a:rPr>
              <a:t>Third level</a:t>
            </a:r>
            <a:endParaRPr lang="en-US" sz="1400" b="0" u="none" strike="noStrike">
              <a:solidFill>
                <a:schemeClr val="lt1"/>
              </a:solidFill>
              <a:latin typeface="Calibri"/>
            </a:endParaRPr>
          </a:p>
          <a:p>
            <a:pPr marL="1542960" lvl="3" indent="-17136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tabLst>
                <a:tab pos="0" algn="l"/>
              </a:tabLst>
              <a:defRPr/>
            </a:pPr>
            <a:r>
              <a:rPr lang="en-US" sz="1200" b="0" u="none" strike="noStrike">
                <a:solidFill>
                  <a:schemeClr val="lt1"/>
                </a:solidFill>
                <a:latin typeface="Calibri"/>
                <a:ea typeface="Arial"/>
              </a:rPr>
              <a:t>Fourth level</a:t>
            </a:r>
            <a:endParaRPr lang="en-US" sz="1200" b="0" u="none" strike="noStrike">
              <a:solidFill>
                <a:schemeClr val="lt1"/>
              </a:solidFill>
              <a:latin typeface="Calibri"/>
            </a:endParaRPr>
          </a:p>
          <a:p>
            <a:pPr marL="2000160" lvl="4" indent="-17136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tabLst>
                <a:tab pos="0" algn="l"/>
              </a:tabLst>
              <a:defRPr/>
            </a:pPr>
            <a:r>
              <a:rPr lang="en-US" sz="1200" b="0" u="none" strike="noStrike">
                <a:solidFill>
                  <a:schemeClr val="lt1"/>
                </a:solidFill>
                <a:latin typeface="Calibri"/>
                <a:ea typeface="Arial"/>
              </a:rPr>
              <a:t>Fifth level</a:t>
            </a:r>
            <a:endParaRPr lang="en-US" sz="1200" b="0" u="none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5992920" name="PlaceHolder 4"/>
          <p:cNvSpPr>
            <a:spLocks noGrp="1"/>
          </p:cNvSpPr>
          <p:nvPr>
            <p:ph type="body"/>
          </p:nvPr>
        </p:nvSpPr>
        <p:spPr bwMode="auto">
          <a:xfrm>
            <a:off x="6095880" y="2226600"/>
            <a:ext cx="4722120" cy="575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Aft>
                <a:spcPts val="1001"/>
              </a:spcAft>
              <a:buNone/>
              <a:tabLst>
                <a:tab pos="0" algn="l"/>
              </a:tabLst>
              <a:defRPr lang="en-US" sz="2800" b="0" u="none" strike="noStrike">
                <a:solidFill>
                  <a:schemeClr val="lt1"/>
                </a:solidFill>
                <a:latin typeface="Calibri"/>
                <a:ea typeface="Arial"/>
              </a:defRPr>
            </a:lvl1pPr>
          </a:lstStyle>
          <a:p>
            <a:pPr indent="0" algn="l" defTabSz="457200">
              <a:lnSpc>
                <a:spcPct val="100000"/>
              </a:lnSpc>
              <a:spcAft>
                <a:spcPts val="1001"/>
              </a:spcAft>
              <a:buNone/>
              <a:tabLst>
                <a:tab pos="0" algn="l"/>
              </a:tabLst>
              <a:defRPr/>
            </a:pPr>
            <a:r>
              <a:rPr lang="en-US" sz="2800" b="0" u="none" strike="noStrike">
                <a:solidFill>
                  <a:schemeClr val="lt1"/>
                </a:solidFill>
                <a:latin typeface="Calibri"/>
                <a:ea typeface="Arial"/>
              </a:rPr>
              <a:t>Click to edit Master text styles</a:t>
            </a:r>
            <a:endParaRPr lang="en-US" sz="2800" b="0" u="none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2904532" name="PlaceHolder 5"/>
          <p:cNvSpPr>
            <a:spLocks noGrp="1"/>
          </p:cNvSpPr>
          <p:nvPr>
            <p:ph type="body"/>
          </p:nvPr>
        </p:nvSpPr>
        <p:spPr bwMode="auto">
          <a:xfrm>
            <a:off x="5823360" y="2870280"/>
            <a:ext cx="4994640" cy="2920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lt1"/>
                </a:solidFill>
                <a:latin typeface="Calibri"/>
                <a:ea typeface="Arial"/>
              </a:defRPr>
            </a:lvl1pPr>
            <a:lvl2pPr lvl="1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tabLst>
                <a:tab pos="0" algn="l"/>
              </a:tabLst>
              <a:defRPr lang="en-US" sz="1600" b="0" u="none" strike="noStrike">
                <a:solidFill>
                  <a:schemeClr val="lt1"/>
                </a:solidFill>
                <a:latin typeface="Calibri"/>
                <a:ea typeface="Arial"/>
              </a:defRPr>
            </a:lvl2pPr>
            <a:lvl3pPr lvl="2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tabLst>
                <a:tab pos="0" algn="l"/>
              </a:tabLst>
              <a:defRPr lang="en-US" sz="1400" b="0" u="none" strike="noStrike">
                <a:solidFill>
                  <a:schemeClr val="lt1"/>
                </a:solidFill>
                <a:latin typeface="Calibri"/>
                <a:ea typeface="Arial"/>
              </a:defRPr>
            </a:lvl3pPr>
            <a:lvl4pPr lvl="3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tabLst>
                <a:tab pos="0" algn="l"/>
              </a:tabLst>
              <a:defRPr lang="en-US" sz="1200" b="0" u="none" strike="noStrike">
                <a:solidFill>
                  <a:schemeClr val="lt1"/>
                </a:solidFill>
                <a:latin typeface="Calibri"/>
                <a:ea typeface="Arial"/>
              </a:defRPr>
            </a:lvl4pPr>
            <a:lvl5pPr lvl="4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tabLst>
                <a:tab pos="0" algn="l"/>
              </a:tabLst>
              <a:defRPr lang="en-US" sz="1200" b="0" u="none" strike="noStrike">
                <a:solidFill>
                  <a:schemeClr val="lt1"/>
                </a:solidFill>
                <a:latin typeface="Calibri"/>
                <a:ea typeface="Arial"/>
              </a:defRPr>
            </a:lvl5pPr>
          </a:lstStyle>
          <a:p>
            <a:pPr marL="285840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chemeClr val="lt1"/>
                </a:solidFill>
                <a:latin typeface="Calibri"/>
                <a:ea typeface="Arial"/>
              </a:rPr>
              <a:t>Click to edit Master text styles</a:t>
            </a:r>
            <a:endParaRPr lang="en-US" sz="1800" b="0" u="none" strike="noStrike">
              <a:solidFill>
                <a:schemeClr val="lt1"/>
              </a:solidFill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tabLst>
                <a:tab pos="0" algn="l"/>
              </a:tabLst>
              <a:defRPr/>
            </a:pPr>
            <a:r>
              <a:rPr lang="en-US" sz="1600" b="0" u="none" strike="noStrike">
                <a:solidFill>
                  <a:schemeClr val="lt1"/>
                </a:solidFill>
                <a:latin typeface="Calibri"/>
                <a:ea typeface="Arial"/>
              </a:rPr>
              <a:t>Second level</a:t>
            </a:r>
            <a:endParaRPr lang="en-US" sz="1600" b="0" u="none" strike="noStrike">
              <a:solidFill>
                <a:schemeClr val="lt1"/>
              </a:solidFill>
              <a:latin typeface="Calibri"/>
            </a:endParaRPr>
          </a:p>
          <a:p>
            <a:pPr marL="1200240" lvl="2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chemeClr val="lt1"/>
                </a:solidFill>
                <a:latin typeface="Calibri"/>
                <a:ea typeface="Arial"/>
              </a:rPr>
              <a:t>Third level</a:t>
            </a:r>
            <a:endParaRPr lang="en-US" sz="1400" b="0" u="none" strike="noStrike">
              <a:solidFill>
                <a:schemeClr val="lt1"/>
              </a:solidFill>
              <a:latin typeface="Calibri"/>
            </a:endParaRPr>
          </a:p>
          <a:p>
            <a:pPr marL="1542960" lvl="3" indent="-17136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tabLst>
                <a:tab pos="0" algn="l"/>
              </a:tabLst>
              <a:defRPr/>
            </a:pPr>
            <a:r>
              <a:rPr lang="en-US" sz="1200" b="0" u="none" strike="noStrike">
                <a:solidFill>
                  <a:schemeClr val="lt1"/>
                </a:solidFill>
                <a:latin typeface="Calibri"/>
                <a:ea typeface="Arial"/>
              </a:rPr>
              <a:t>Fourth level</a:t>
            </a:r>
            <a:endParaRPr lang="en-US" sz="1200" b="0" u="none" strike="noStrike">
              <a:solidFill>
                <a:schemeClr val="lt1"/>
              </a:solidFill>
              <a:latin typeface="Calibri"/>
            </a:endParaRPr>
          </a:p>
          <a:p>
            <a:pPr marL="2000160" lvl="4" indent="-17136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tabLst>
                <a:tab pos="0" algn="l"/>
              </a:tabLst>
              <a:defRPr/>
            </a:pPr>
            <a:r>
              <a:rPr lang="en-US" sz="1200" b="0" u="none" strike="noStrike">
                <a:solidFill>
                  <a:schemeClr val="lt1"/>
                </a:solidFill>
                <a:latin typeface="Calibri"/>
                <a:ea typeface="Arial"/>
              </a:rPr>
              <a:t>Fifth level</a:t>
            </a:r>
            <a:endParaRPr lang="en-US" sz="1200" b="0" u="none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91311261" name="PlaceHolder 6"/>
          <p:cNvSpPr>
            <a:spLocks noGrp="1"/>
          </p:cNvSpPr>
          <p:nvPr>
            <p:ph type="dt" idx="13"/>
          </p:nvPr>
        </p:nvSpPr>
        <p:spPr bwMode="auto">
          <a:xfrm>
            <a:off x="8589600" y="5870520"/>
            <a:ext cx="159948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lt1"/>
                </a:solidFill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000" b="0" u="none" strike="noStrike">
                <a:solidFill>
                  <a:schemeClr val="lt1"/>
                </a:solidFill>
                <a:latin typeface="Calibri"/>
                <a:ea typeface="Arial"/>
              </a:rPr>
              <a:t>&lt;date/time&gt;</a:t>
            </a:r>
            <a:endParaRPr lang="en-US" sz="10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84307306" name="PlaceHolder 7"/>
          <p:cNvSpPr>
            <a:spLocks noGrp="1"/>
          </p:cNvSpPr>
          <p:nvPr>
            <p:ph type="ftr" idx="14"/>
          </p:nvPr>
        </p:nvSpPr>
        <p:spPr bwMode="auto">
          <a:xfrm>
            <a:off x="685800" y="5870520"/>
            <a:ext cx="782676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rgbClr val="FFFFFF"/>
                </a:solidFill>
                <a:latin typeface="Times New Roman"/>
              </a:rPr>
              <a:t>&lt;footer&gt;</a:t>
            </a:r>
          </a:p>
        </p:txBody>
      </p:sp>
      <p:sp>
        <p:nvSpPr>
          <p:cNvPr id="323466892" name="PlaceHolder 8"/>
          <p:cNvSpPr>
            <a:spLocks noGrp="1"/>
          </p:cNvSpPr>
          <p:nvPr>
            <p:ph type="sldNum" idx="15"/>
          </p:nvPr>
        </p:nvSpPr>
        <p:spPr bwMode="auto">
          <a:xfrm>
            <a:off x="10266120" y="5870520"/>
            <a:ext cx="55044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lt1"/>
                </a:solidFill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6CCB0756-A1FF-44B3-8E6A-8BC8C1EB40B5}" type="slidenum">
              <a:rPr lang="en-US" sz="1000" b="0" u="none" strike="noStrike">
                <a:solidFill>
                  <a:schemeClr val="lt1"/>
                </a:solidFill>
                <a:latin typeface="Calibri"/>
                <a:ea typeface="Arial"/>
              </a:rPr>
              <a:t>‹#›</a:t>
            </a:fld>
            <a:endParaRPr lang="en-US" sz="1000" b="0" u="none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Title Only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06078648" name="Picture 5" descr="Celestia-R1---OverlayContentHD.png"/>
          <p:cNvPicPr/>
          <p:nvPr/>
        </p:nvPicPr>
        <p:blipFill rotWithShape="1">
          <a:blip r:embed="rId3"/>
          <a:stretch/>
        </p:blipFill>
        <p:spPr bwMode="auto">
          <a:xfrm>
            <a:off x="0" y="0"/>
            <a:ext cx="12188160" cy="6855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2254665" name="PlaceHolder 1"/>
          <p:cNvSpPr>
            <a:spLocks noGrp="1"/>
          </p:cNvSpPr>
          <p:nvPr>
            <p:ph type="title"/>
          </p:nvPr>
        </p:nvSpPr>
        <p:spPr bwMode="auto">
          <a:xfrm>
            <a:off x="685800" y="609480"/>
            <a:ext cx="10130760" cy="1455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3600" b="0" u="none" strike="noStrike" cap="all">
                <a:solidFill>
                  <a:schemeClr val="lt1"/>
                </a:solidFill>
                <a:latin typeface="Calibri Light"/>
                <a:ea typeface="Arial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3600" b="0" u="none" strike="noStrike" cap="all">
                <a:solidFill>
                  <a:schemeClr val="lt1"/>
                </a:solidFill>
                <a:latin typeface="Calibri Light"/>
                <a:ea typeface="Arial"/>
              </a:rPr>
              <a:t>Click to edit Master title style</a:t>
            </a:r>
            <a:endParaRPr lang="en-US" sz="3600" b="0" u="none" strike="noStrike" cap="all">
              <a:solidFill>
                <a:schemeClr val="lt1"/>
              </a:solidFill>
              <a:latin typeface="Calibri Light"/>
            </a:endParaRPr>
          </a:p>
        </p:txBody>
      </p:sp>
      <p:sp>
        <p:nvSpPr>
          <p:cNvPr id="1856882931" name="PlaceHolder 2"/>
          <p:cNvSpPr>
            <a:spLocks noGrp="1"/>
          </p:cNvSpPr>
          <p:nvPr>
            <p:ph type="dt" idx="16"/>
          </p:nvPr>
        </p:nvSpPr>
        <p:spPr bwMode="auto">
          <a:xfrm>
            <a:off x="8589600" y="5870520"/>
            <a:ext cx="159948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lt1"/>
                </a:solidFill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000" b="0" u="none" strike="noStrike">
                <a:solidFill>
                  <a:schemeClr val="lt1"/>
                </a:solidFill>
                <a:latin typeface="Calibri"/>
                <a:ea typeface="Arial"/>
              </a:rPr>
              <a:t>&lt;date/time&gt;</a:t>
            </a:r>
            <a:endParaRPr lang="en-US" sz="10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19576051" name="PlaceHolder 3"/>
          <p:cNvSpPr>
            <a:spLocks noGrp="1"/>
          </p:cNvSpPr>
          <p:nvPr>
            <p:ph type="ftr" idx="17"/>
          </p:nvPr>
        </p:nvSpPr>
        <p:spPr bwMode="auto">
          <a:xfrm>
            <a:off x="685800" y="5870520"/>
            <a:ext cx="782676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rgbClr val="FFFFFF"/>
                </a:solidFill>
                <a:latin typeface="Times New Roman"/>
              </a:rPr>
              <a:t>&lt;footer&gt;</a:t>
            </a:r>
          </a:p>
        </p:txBody>
      </p:sp>
      <p:sp>
        <p:nvSpPr>
          <p:cNvPr id="352058999" name="PlaceHolder 4"/>
          <p:cNvSpPr>
            <a:spLocks noGrp="1"/>
          </p:cNvSpPr>
          <p:nvPr>
            <p:ph type="sldNum" idx="18"/>
          </p:nvPr>
        </p:nvSpPr>
        <p:spPr bwMode="auto">
          <a:xfrm>
            <a:off x="10266120" y="5870520"/>
            <a:ext cx="55044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lt1"/>
                </a:solidFill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51E0421A-7680-4354-8599-A705BC6618BC}" type="slidenum">
              <a:rPr lang="en-US" sz="1000" b="0" u="none" strike="noStrike">
                <a:solidFill>
                  <a:schemeClr val="lt1"/>
                </a:solidFill>
                <a:latin typeface="Calibri"/>
                <a:ea typeface="Arial"/>
              </a:rPr>
              <a:t>‹#›</a:t>
            </a:fld>
            <a:endParaRPr lang="en-US" sz="1000" b="0" u="none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Blank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19428425" name="Picture 4" descr="Celestia-R1---OverlayContentHD.png"/>
          <p:cNvPicPr/>
          <p:nvPr/>
        </p:nvPicPr>
        <p:blipFill rotWithShape="1">
          <a:blip r:embed="rId3"/>
          <a:stretch/>
        </p:blipFill>
        <p:spPr bwMode="auto">
          <a:xfrm>
            <a:off x="0" y="0"/>
            <a:ext cx="12188160" cy="6855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57541880" name="PlaceHolder 1"/>
          <p:cNvSpPr>
            <a:spLocks noGrp="1"/>
          </p:cNvSpPr>
          <p:nvPr>
            <p:ph type="dt" idx="19"/>
          </p:nvPr>
        </p:nvSpPr>
        <p:spPr bwMode="auto">
          <a:xfrm>
            <a:off x="8589600" y="5870520"/>
            <a:ext cx="159948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lt1"/>
                </a:solidFill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000" b="0" u="none" strike="noStrike">
                <a:solidFill>
                  <a:schemeClr val="lt1"/>
                </a:solidFill>
                <a:latin typeface="Calibri"/>
                <a:ea typeface="Arial"/>
              </a:rPr>
              <a:t>&lt;date/time&gt;</a:t>
            </a:r>
            <a:endParaRPr lang="en-US" sz="10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02301619" name="PlaceHolder 2"/>
          <p:cNvSpPr>
            <a:spLocks noGrp="1"/>
          </p:cNvSpPr>
          <p:nvPr>
            <p:ph type="ftr" idx="20"/>
          </p:nvPr>
        </p:nvSpPr>
        <p:spPr bwMode="auto">
          <a:xfrm>
            <a:off x="685800" y="5870520"/>
            <a:ext cx="782676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rgbClr val="FFFFFF"/>
                </a:solidFill>
                <a:latin typeface="Times New Roman"/>
              </a:rPr>
              <a:t>&lt;footer&gt;</a:t>
            </a:r>
          </a:p>
        </p:txBody>
      </p:sp>
      <p:sp>
        <p:nvSpPr>
          <p:cNvPr id="828345001" name="PlaceHolder 3"/>
          <p:cNvSpPr>
            <a:spLocks noGrp="1"/>
          </p:cNvSpPr>
          <p:nvPr>
            <p:ph type="sldNum" idx="21"/>
          </p:nvPr>
        </p:nvSpPr>
        <p:spPr bwMode="auto">
          <a:xfrm>
            <a:off x="10266120" y="5870520"/>
            <a:ext cx="55044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lt1"/>
                </a:solidFill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F2BE111B-DC42-4988-A877-38D06BB0E327}" type="slidenum">
              <a:rPr lang="en-US" sz="1000" b="0" u="none" strike="noStrike">
                <a:solidFill>
                  <a:schemeClr val="lt1"/>
                </a:solidFill>
                <a:latin typeface="Calibri"/>
                <a:ea typeface="Arial"/>
              </a:rPr>
              <a:t>‹#›</a:t>
            </a:fld>
            <a:endParaRPr lang="en-US" sz="1000" b="0" u="none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Content with Caption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79006648" name="Picture 7" descr="Celestia-R1---OverlayContentHD.png"/>
          <p:cNvPicPr/>
          <p:nvPr/>
        </p:nvPicPr>
        <p:blipFill rotWithShape="1">
          <a:blip r:embed="rId3"/>
          <a:stretch/>
        </p:blipFill>
        <p:spPr bwMode="auto">
          <a:xfrm>
            <a:off x="0" y="0"/>
            <a:ext cx="12188160" cy="6855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12527061" name="PlaceHolder 1"/>
          <p:cNvSpPr>
            <a:spLocks noGrp="1"/>
          </p:cNvSpPr>
          <p:nvPr>
            <p:ph type="title"/>
          </p:nvPr>
        </p:nvSpPr>
        <p:spPr bwMode="auto">
          <a:xfrm>
            <a:off x="685800" y="2074320"/>
            <a:ext cx="3680280" cy="1370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400" b="0" u="none" strike="noStrike" cap="all">
                <a:solidFill>
                  <a:schemeClr val="lt1"/>
                </a:solidFill>
                <a:latin typeface="Calibri Light"/>
                <a:ea typeface="Arial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2400" b="0" u="none" strike="noStrike" cap="all">
                <a:solidFill>
                  <a:schemeClr val="lt1"/>
                </a:solidFill>
                <a:latin typeface="Calibri Light"/>
                <a:ea typeface="Arial"/>
              </a:rPr>
              <a:t>Click to edit Master title style</a:t>
            </a:r>
            <a:endParaRPr lang="en-US" sz="2400" b="0" u="none" strike="noStrike" cap="all">
              <a:solidFill>
                <a:schemeClr val="lt1"/>
              </a:solidFill>
              <a:latin typeface="Calibri Light"/>
            </a:endParaRPr>
          </a:p>
        </p:txBody>
      </p:sp>
      <p:sp>
        <p:nvSpPr>
          <p:cNvPr id="697593319" name="PlaceHolder 2"/>
          <p:cNvSpPr>
            <a:spLocks noGrp="1"/>
          </p:cNvSpPr>
          <p:nvPr>
            <p:ph type="body"/>
          </p:nvPr>
        </p:nvSpPr>
        <p:spPr bwMode="auto">
          <a:xfrm>
            <a:off x="4648320" y="609480"/>
            <a:ext cx="6168240" cy="5180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 lang="en-US" sz="1800" b="0" u="none" strike="noStrike">
                <a:solidFill>
                  <a:schemeClr val="lt1"/>
                </a:solidFill>
                <a:latin typeface="Calibri"/>
                <a:ea typeface="Arial"/>
              </a:defRPr>
            </a:lvl1pPr>
            <a:lvl2pPr lvl="1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 lang="en-US" sz="1600" b="0" u="none" strike="noStrike">
                <a:solidFill>
                  <a:schemeClr val="lt1"/>
                </a:solidFill>
                <a:latin typeface="Calibri"/>
                <a:ea typeface="Arial"/>
              </a:defRPr>
            </a:lvl2pPr>
            <a:lvl3pPr lvl="2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 lang="en-US" sz="1400" b="0" u="none" strike="noStrike">
                <a:solidFill>
                  <a:schemeClr val="lt1"/>
                </a:solidFill>
                <a:latin typeface="Calibri"/>
                <a:ea typeface="Arial"/>
              </a:defRPr>
            </a:lvl3pPr>
            <a:lvl4pPr lvl="3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 lang="en-US" sz="1200" b="0" u="none" strike="noStrike">
                <a:solidFill>
                  <a:schemeClr val="lt1"/>
                </a:solidFill>
                <a:latin typeface="Calibri"/>
                <a:ea typeface="Arial"/>
              </a:defRPr>
            </a:lvl4pPr>
            <a:lvl5pPr lvl="4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 lang="en-US" sz="1200" b="0" u="none" strike="noStrike">
                <a:solidFill>
                  <a:schemeClr val="lt1"/>
                </a:solidFill>
                <a:latin typeface="Calibri"/>
                <a:ea typeface="Arial"/>
              </a:defRPr>
            </a:lvl5pPr>
          </a:lstStyle>
          <a:p>
            <a:pPr marL="285840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/>
            </a:pPr>
            <a:r>
              <a:rPr lang="en-US" sz="1800" b="0" u="none" strike="noStrike">
                <a:solidFill>
                  <a:schemeClr val="lt1"/>
                </a:solidFill>
                <a:latin typeface="Calibri"/>
                <a:ea typeface="Arial"/>
              </a:rPr>
              <a:t>Click to edit Master text styles</a:t>
            </a:r>
            <a:endParaRPr lang="en-US" sz="1800" b="0" u="none" strike="noStrike">
              <a:solidFill>
                <a:schemeClr val="lt1"/>
              </a:solidFill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/>
            </a:pPr>
            <a:r>
              <a:rPr lang="en-US" sz="1600" b="0" u="none" strike="noStrike">
                <a:solidFill>
                  <a:schemeClr val="lt1"/>
                </a:solidFill>
                <a:latin typeface="Calibri"/>
                <a:ea typeface="Arial"/>
              </a:rPr>
              <a:t>Second level</a:t>
            </a:r>
            <a:endParaRPr lang="en-US" sz="1600" b="0" u="none" strike="noStrike">
              <a:solidFill>
                <a:schemeClr val="lt1"/>
              </a:solidFill>
              <a:latin typeface="Calibri"/>
            </a:endParaRPr>
          </a:p>
          <a:p>
            <a:pPr marL="1200240" lvl="2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/>
            </a:pPr>
            <a:r>
              <a:rPr lang="en-US" sz="1400" b="0" u="none" strike="noStrike">
                <a:solidFill>
                  <a:schemeClr val="lt1"/>
                </a:solidFill>
                <a:latin typeface="Calibri"/>
                <a:ea typeface="Arial"/>
              </a:rPr>
              <a:t>Third level</a:t>
            </a:r>
            <a:endParaRPr lang="en-US" sz="1400" b="0" u="none" strike="noStrike">
              <a:solidFill>
                <a:schemeClr val="lt1"/>
              </a:solidFill>
              <a:latin typeface="Calibri"/>
            </a:endParaRPr>
          </a:p>
          <a:p>
            <a:pPr marL="1542960" lvl="3" indent="-17136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/>
            </a:pPr>
            <a:r>
              <a:rPr lang="en-US" sz="1200" b="0" u="none" strike="noStrike">
                <a:solidFill>
                  <a:schemeClr val="lt1"/>
                </a:solidFill>
                <a:latin typeface="Calibri"/>
                <a:ea typeface="Arial"/>
              </a:rPr>
              <a:t>Fourth level</a:t>
            </a:r>
            <a:endParaRPr lang="en-US" sz="1200" b="0" u="none" strike="noStrike">
              <a:solidFill>
                <a:schemeClr val="lt1"/>
              </a:solidFill>
              <a:latin typeface="Calibri"/>
            </a:endParaRPr>
          </a:p>
          <a:p>
            <a:pPr marL="2000160" lvl="4" indent="-17136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/>
            </a:pPr>
            <a:r>
              <a:rPr lang="en-US" sz="1200" b="0" u="none" strike="noStrike">
                <a:solidFill>
                  <a:schemeClr val="lt1"/>
                </a:solidFill>
                <a:latin typeface="Calibri"/>
                <a:ea typeface="Arial"/>
              </a:rPr>
              <a:t>Fifth level</a:t>
            </a:r>
            <a:endParaRPr lang="en-US" sz="1200" b="0" u="none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45168075" name="PlaceHolder 3"/>
          <p:cNvSpPr>
            <a:spLocks noGrp="1"/>
          </p:cNvSpPr>
          <p:nvPr>
            <p:ph type="body"/>
          </p:nvPr>
        </p:nvSpPr>
        <p:spPr bwMode="auto">
          <a:xfrm>
            <a:off x="685800" y="3445920"/>
            <a:ext cx="3680280" cy="1828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Aft>
                <a:spcPts val="1001"/>
              </a:spcAft>
              <a:buNone/>
              <a:tabLst>
                <a:tab pos="0" algn="l"/>
              </a:tabLst>
              <a:defRPr lang="en-US" sz="1600" b="0" u="none" strike="noStrike">
                <a:solidFill>
                  <a:schemeClr val="lt1"/>
                </a:solidFill>
                <a:latin typeface="Calibri"/>
                <a:ea typeface="Arial"/>
              </a:defRPr>
            </a:lvl1pPr>
          </a:lstStyle>
          <a:p>
            <a:pPr indent="0" algn="l" defTabSz="457200">
              <a:lnSpc>
                <a:spcPct val="100000"/>
              </a:lnSpc>
              <a:spcAft>
                <a:spcPts val="1001"/>
              </a:spcAft>
              <a:buNone/>
              <a:tabLst>
                <a:tab pos="0" algn="l"/>
              </a:tabLst>
              <a:defRPr/>
            </a:pPr>
            <a:r>
              <a:rPr lang="en-US" sz="1600" b="0" u="none" strike="noStrike">
                <a:solidFill>
                  <a:schemeClr val="lt1"/>
                </a:solidFill>
                <a:latin typeface="Calibri"/>
                <a:ea typeface="Arial"/>
              </a:rPr>
              <a:t>Click to edit Master text styles</a:t>
            </a:r>
            <a:endParaRPr lang="en-US" sz="1600" b="0" u="none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45514791" name="PlaceHolder 4"/>
          <p:cNvSpPr>
            <a:spLocks noGrp="1"/>
          </p:cNvSpPr>
          <p:nvPr>
            <p:ph type="dt" idx="22"/>
          </p:nvPr>
        </p:nvSpPr>
        <p:spPr bwMode="auto">
          <a:xfrm>
            <a:off x="8589600" y="5870520"/>
            <a:ext cx="159948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lt1"/>
                </a:solidFill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000" b="0" u="none" strike="noStrike">
                <a:solidFill>
                  <a:schemeClr val="lt1"/>
                </a:solidFill>
                <a:latin typeface="Calibri"/>
                <a:ea typeface="Arial"/>
              </a:rPr>
              <a:t>&lt;date/time&gt;</a:t>
            </a:r>
            <a:endParaRPr lang="en-US" sz="10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62501948" name="PlaceHolder 5"/>
          <p:cNvSpPr>
            <a:spLocks noGrp="1"/>
          </p:cNvSpPr>
          <p:nvPr>
            <p:ph type="ftr" idx="23"/>
          </p:nvPr>
        </p:nvSpPr>
        <p:spPr bwMode="auto">
          <a:xfrm>
            <a:off x="685800" y="5870520"/>
            <a:ext cx="782676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rgbClr val="FFFFFF"/>
                </a:solidFill>
                <a:latin typeface="Times New Roman"/>
              </a:rPr>
              <a:t>&lt;footer&gt;</a:t>
            </a:r>
          </a:p>
        </p:txBody>
      </p:sp>
      <p:sp>
        <p:nvSpPr>
          <p:cNvPr id="1714469371" name="PlaceHolder 6"/>
          <p:cNvSpPr>
            <a:spLocks noGrp="1"/>
          </p:cNvSpPr>
          <p:nvPr>
            <p:ph type="sldNum" idx="24"/>
          </p:nvPr>
        </p:nvSpPr>
        <p:spPr bwMode="auto">
          <a:xfrm>
            <a:off x="10266120" y="5870520"/>
            <a:ext cx="55044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lt1"/>
                </a:solidFill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0F77A837-AABD-4FB6-AF36-FD31C05A9721}" type="slidenum">
              <a:rPr lang="en-US" sz="1000" b="0" u="none" strike="noStrike">
                <a:solidFill>
                  <a:schemeClr val="lt1"/>
                </a:solidFill>
                <a:latin typeface="Calibri"/>
                <a:ea typeface="Arial"/>
              </a:rPr>
              <a:t>‹#›</a:t>
            </a:fld>
            <a:endParaRPr lang="en-US" sz="1000" b="0" u="none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Picture with Caption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81756811" name="Picture 7" descr="Celestia-R1---OverlayContentHD.png"/>
          <p:cNvPicPr/>
          <p:nvPr/>
        </p:nvPicPr>
        <p:blipFill rotWithShape="1">
          <a:blip r:embed="rId3"/>
          <a:stretch/>
        </p:blipFill>
        <p:spPr bwMode="auto">
          <a:xfrm>
            <a:off x="0" y="0"/>
            <a:ext cx="12188160" cy="6855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632777" name="PlaceHolder 1"/>
          <p:cNvSpPr>
            <a:spLocks noGrp="1"/>
          </p:cNvSpPr>
          <p:nvPr>
            <p:ph type="title"/>
          </p:nvPr>
        </p:nvSpPr>
        <p:spPr bwMode="auto">
          <a:xfrm>
            <a:off x="685800" y="1600200"/>
            <a:ext cx="6163920" cy="1370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800" b="0" u="none" strike="noStrike" cap="all">
                <a:solidFill>
                  <a:schemeClr val="lt1"/>
                </a:solidFill>
                <a:latin typeface="Calibri Light"/>
                <a:ea typeface="Arial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2800" b="0" u="none" strike="noStrike" cap="all">
                <a:solidFill>
                  <a:schemeClr val="lt1"/>
                </a:solidFill>
                <a:latin typeface="Calibri Light"/>
                <a:ea typeface="Arial"/>
              </a:rPr>
              <a:t>Click to edit Master title style</a:t>
            </a:r>
            <a:endParaRPr lang="en-US" sz="2800" b="0" u="none" strike="noStrike" cap="all">
              <a:solidFill>
                <a:schemeClr val="lt1"/>
              </a:solidFill>
              <a:latin typeface="Calibri Light"/>
            </a:endParaRPr>
          </a:p>
        </p:txBody>
      </p:sp>
      <p:sp>
        <p:nvSpPr>
          <p:cNvPr id="1452801701" name="PlaceHolder 2"/>
          <p:cNvSpPr>
            <a:spLocks noGrp="1"/>
          </p:cNvSpPr>
          <p:nvPr>
            <p:ph type="body"/>
          </p:nvPr>
        </p:nvSpPr>
        <p:spPr bwMode="auto">
          <a:xfrm>
            <a:off x="7536240" y="914400"/>
            <a:ext cx="3280320" cy="4571280"/>
          </a:xfrm>
          <a:prstGeom prst="rect">
            <a:avLst/>
          </a:prstGeom>
          <a:noFill/>
          <a:ln w="50760" cap="sq">
            <a:solidFill>
              <a:srgbClr val="FFFFFF"/>
            </a:solidFill>
            <a:miter/>
          </a:ln>
          <a:effectLst>
            <a:outerShdw blurRad="254160" rotWithShape="0">
              <a:srgbClr val="000000">
                <a:alpha val="43000"/>
              </a:srgbClr>
            </a:outerShdw>
          </a:effectLst>
        </p:spPr>
        <p:txBody>
          <a:bodyPr lIns="90000" tIns="45000" rIns="90000" bIns="45000" anchor="t">
            <a:norm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600" b="0" u="none" strike="noStrike">
                <a:solidFill>
                  <a:schemeClr val="lt1"/>
                </a:solidFill>
                <a:latin typeface="Calibri"/>
                <a:ea typeface="Arial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600" b="0" u="none" strike="noStrike">
                <a:solidFill>
                  <a:schemeClr val="lt1"/>
                </a:solidFill>
                <a:latin typeface="Calibri"/>
                <a:ea typeface="Arial"/>
              </a:rPr>
              <a:t>Click icon to add picture</a:t>
            </a:r>
            <a:endParaRPr lang="en-US" sz="1600" b="0" u="none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29644968" name="PlaceHolder 3"/>
          <p:cNvSpPr>
            <a:spLocks noGrp="1"/>
          </p:cNvSpPr>
          <p:nvPr>
            <p:ph type="body"/>
          </p:nvPr>
        </p:nvSpPr>
        <p:spPr bwMode="auto">
          <a:xfrm>
            <a:off x="685800" y="2971800"/>
            <a:ext cx="6163920" cy="1828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Aft>
                <a:spcPts val="1001"/>
              </a:spcAft>
              <a:buNone/>
              <a:tabLst>
                <a:tab pos="0" algn="l"/>
              </a:tabLst>
              <a:defRPr lang="en-US" sz="1800" b="0" u="none" strike="noStrike">
                <a:solidFill>
                  <a:schemeClr val="lt1"/>
                </a:solidFill>
                <a:latin typeface="Calibri"/>
                <a:ea typeface="Arial"/>
              </a:defRPr>
            </a:lvl1pPr>
          </a:lstStyle>
          <a:p>
            <a:pPr indent="0" algn="l" defTabSz="457200">
              <a:lnSpc>
                <a:spcPct val="100000"/>
              </a:lnSpc>
              <a:spcAft>
                <a:spcPts val="1001"/>
              </a:spcAft>
              <a:buNone/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chemeClr val="lt1"/>
                </a:solidFill>
                <a:latin typeface="Calibri"/>
                <a:ea typeface="Arial"/>
              </a:rPr>
              <a:t>Click to edit Master text styles</a:t>
            </a:r>
            <a:endParaRPr lang="en-US" sz="1800" b="0" u="none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59153143" name="PlaceHolder 4"/>
          <p:cNvSpPr>
            <a:spLocks noGrp="1"/>
          </p:cNvSpPr>
          <p:nvPr>
            <p:ph type="dt" idx="25"/>
          </p:nvPr>
        </p:nvSpPr>
        <p:spPr bwMode="auto">
          <a:xfrm>
            <a:off x="8589600" y="5870520"/>
            <a:ext cx="159948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lt1"/>
                </a:solidFill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000" b="0" u="none" strike="noStrike">
                <a:solidFill>
                  <a:schemeClr val="lt1"/>
                </a:solidFill>
                <a:latin typeface="Calibri"/>
                <a:ea typeface="Arial"/>
              </a:rPr>
              <a:t>&lt;date/time&gt;</a:t>
            </a:r>
            <a:endParaRPr lang="en-US" sz="10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39039332" name="PlaceHolder 5"/>
          <p:cNvSpPr>
            <a:spLocks noGrp="1"/>
          </p:cNvSpPr>
          <p:nvPr>
            <p:ph type="ftr" idx="26"/>
          </p:nvPr>
        </p:nvSpPr>
        <p:spPr bwMode="auto">
          <a:xfrm>
            <a:off x="685800" y="5870520"/>
            <a:ext cx="782676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rgbClr val="FFFFFF"/>
                </a:solidFill>
                <a:latin typeface="Times New Roman"/>
              </a:rPr>
              <a:t>&lt;footer&gt;</a:t>
            </a:r>
          </a:p>
        </p:txBody>
      </p:sp>
      <p:sp>
        <p:nvSpPr>
          <p:cNvPr id="2047161739" name="PlaceHolder 6"/>
          <p:cNvSpPr>
            <a:spLocks noGrp="1"/>
          </p:cNvSpPr>
          <p:nvPr>
            <p:ph type="sldNum" idx="27"/>
          </p:nvPr>
        </p:nvSpPr>
        <p:spPr bwMode="auto">
          <a:xfrm>
            <a:off x="10266120" y="5870520"/>
            <a:ext cx="55044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lt1"/>
                </a:solidFill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DB1B26C3-1CF8-477E-AA96-F6959025695D}" type="slidenum">
              <a:rPr lang="en-US" sz="1000" b="0" u="none" strike="noStrike">
                <a:solidFill>
                  <a:schemeClr val="lt1"/>
                </a:solidFill>
                <a:latin typeface="Calibri"/>
                <a:ea typeface="Arial"/>
              </a:rPr>
              <a:t>‹#›</a:t>
            </a:fld>
            <a:endParaRPr lang="en-US" sz="1000" b="0" u="none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Title Slide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84119242" name="Picture 6" descr="Celestia-R1---OverlayTitleHD.png"/>
          <p:cNvPicPr/>
          <p:nvPr/>
        </p:nvPicPr>
        <p:blipFill rotWithShape="1">
          <a:blip r:embed="rId3"/>
          <a:stretch/>
        </p:blipFill>
        <p:spPr bwMode="auto">
          <a:xfrm>
            <a:off x="0" y="0"/>
            <a:ext cx="12188160" cy="6855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909088" name="PlaceHolder 1"/>
          <p:cNvSpPr>
            <a:spLocks noGrp="1"/>
          </p:cNvSpPr>
          <p:nvPr>
            <p:ph type="title"/>
          </p:nvPr>
        </p:nvSpPr>
        <p:spPr bwMode="auto">
          <a:xfrm>
            <a:off x="3962519" y="1964160"/>
            <a:ext cx="7197120" cy="242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4800" b="0" u="none" strike="noStrike" cap="all">
                <a:solidFill>
                  <a:schemeClr val="lt1"/>
                </a:solidFill>
                <a:latin typeface="Calibri Light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4800" b="0" u="none" strike="noStrike" cap="all">
                <a:solidFill>
                  <a:schemeClr val="lt1"/>
                </a:solidFill>
                <a:latin typeface="Calibri Light"/>
                <a:ea typeface="Arial"/>
              </a:rPr>
              <a:t>Click to edit Master title style</a:t>
            </a:r>
            <a:endParaRPr lang="en-US" sz="4800" b="0" u="none" strike="noStrike" cap="all">
              <a:solidFill>
                <a:schemeClr val="lt1"/>
              </a:solidFill>
              <a:latin typeface="Calibri Light"/>
            </a:endParaRPr>
          </a:p>
        </p:txBody>
      </p:sp>
      <p:sp>
        <p:nvSpPr>
          <p:cNvPr id="718425191" name="PlaceHolder 2"/>
          <p:cNvSpPr>
            <a:spLocks noGrp="1"/>
          </p:cNvSpPr>
          <p:nvPr>
            <p:ph type="dt" idx="28"/>
          </p:nvPr>
        </p:nvSpPr>
        <p:spPr bwMode="auto">
          <a:xfrm>
            <a:off x="8932680" y="5870520"/>
            <a:ext cx="159948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lt1"/>
                </a:solidFill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000" b="0" u="none" strike="noStrike">
                <a:solidFill>
                  <a:schemeClr val="lt1"/>
                </a:solidFill>
                <a:latin typeface="Calibri"/>
                <a:ea typeface="Arial"/>
              </a:rPr>
              <a:t>&lt;date/time&gt;</a:t>
            </a:r>
            <a:endParaRPr lang="en-US" sz="10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70010722" name="PlaceHolder 3"/>
          <p:cNvSpPr>
            <a:spLocks noGrp="1"/>
          </p:cNvSpPr>
          <p:nvPr>
            <p:ph type="ftr" idx="29"/>
          </p:nvPr>
        </p:nvSpPr>
        <p:spPr bwMode="auto">
          <a:xfrm>
            <a:off x="3962519" y="5870520"/>
            <a:ext cx="489312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rgbClr val="FFFFFF"/>
                </a:solidFill>
                <a:latin typeface="Times New Roman"/>
              </a:rPr>
              <a:t>&lt;footer&gt;</a:t>
            </a:r>
          </a:p>
        </p:txBody>
      </p:sp>
      <p:sp>
        <p:nvSpPr>
          <p:cNvPr id="433000330" name="PlaceHolder 4"/>
          <p:cNvSpPr>
            <a:spLocks noGrp="1"/>
          </p:cNvSpPr>
          <p:nvPr>
            <p:ph type="sldNum" idx="30"/>
          </p:nvPr>
        </p:nvSpPr>
        <p:spPr bwMode="auto">
          <a:xfrm>
            <a:off x="10608840" y="5870520"/>
            <a:ext cx="55044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lt1"/>
                </a:solidFill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A31368D3-6855-476C-8305-002EC939C167}" type="slidenum">
              <a:rPr lang="en-US" sz="1000" b="0" u="none" strike="noStrike">
                <a:solidFill>
                  <a:schemeClr val="lt1"/>
                </a:solidFill>
                <a:latin typeface="Calibri"/>
                <a:ea typeface="Arial"/>
              </a:rPr>
              <a:t>‹#›</a:t>
            </a:fld>
            <a:endParaRPr lang="en-US" sz="10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12171979" name="PlaceHolder 5"/>
          <p:cNvSpPr>
            <a:spLocks noGrp="1"/>
          </p:cNvSpPr>
          <p:nvPr>
            <p:ph type="body"/>
          </p:nvPr>
        </p:nvSpPr>
        <p:spPr bwMode="auto">
          <a:xfrm>
            <a:off x="609480" y="1604520"/>
            <a:ext cx="10972079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 lang="en-US" sz="1800" b="0" u="none" strike="noStrike">
                <a:solidFill>
                  <a:schemeClr val="lt1"/>
                </a:solidFill>
                <a:latin typeface="Calibri"/>
              </a:defRPr>
            </a:lvl1pPr>
            <a:lvl2pPr lvl="1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SzPct val="75000"/>
              <a:buFont typeface="Symbol"/>
              <a:buChar char=""/>
              <a:defRPr lang="en-US" sz="1600" b="0" u="none" strike="noStrike">
                <a:solidFill>
                  <a:schemeClr val="lt1"/>
                </a:solidFill>
                <a:latin typeface="Calibri"/>
              </a:defRPr>
            </a:lvl2pPr>
            <a:lvl3pPr lvl="2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SzPct val="45000"/>
              <a:buFont typeface="Wingdings"/>
              <a:buChar char=""/>
              <a:defRPr lang="en-US" sz="1400" b="0" u="none" strike="noStrike">
                <a:solidFill>
                  <a:schemeClr val="lt1"/>
                </a:solidFill>
                <a:latin typeface="Calibri"/>
              </a:defRPr>
            </a:lvl3pPr>
            <a:lvl4pPr lvl="3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SzPct val="75000"/>
              <a:buFont typeface="Symbol"/>
              <a:buChar char=""/>
              <a:defRPr lang="en-US" sz="1200" b="0" u="none" strike="noStrike">
                <a:solidFill>
                  <a:schemeClr val="lt1"/>
                </a:solidFill>
                <a:latin typeface="Calibri"/>
              </a:defRPr>
            </a:lvl4pPr>
            <a:lvl5pPr lvl="4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SzPct val="45000"/>
              <a:buFont typeface="Wingdings"/>
              <a:buChar char=""/>
              <a:defRPr lang="en-US" sz="1200" b="0" u="none" strike="noStrike">
                <a:solidFill>
                  <a:schemeClr val="lt1"/>
                </a:solidFill>
                <a:latin typeface="Calibri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 lang="en-US" sz="2000" b="0" u="none" strike="noStrike">
                <a:solidFill>
                  <a:schemeClr val="lt1"/>
                </a:solidFill>
                <a:latin typeface="Calibri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 lang="en-US" sz="2000" b="0" u="none" strike="noStrike">
                <a:solidFill>
                  <a:schemeClr val="lt1"/>
                </a:solidFill>
                <a:latin typeface="Calibri"/>
              </a:defRPr>
            </a:lvl7pPr>
          </a:lstStyle>
          <a:p>
            <a:pPr marL="285840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/>
            </a:pPr>
            <a:r>
              <a:rPr lang="en-US" sz="1800" b="0" u="none" strike="noStrike">
                <a:solidFill>
                  <a:schemeClr val="lt1"/>
                </a:solidFill>
                <a:latin typeface="Calibri"/>
              </a:rPr>
              <a:t>Click to edit the outline text format</a:t>
            </a:r>
          </a:p>
          <a:p>
            <a:pPr marL="864000" lvl="1" indent="-32400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SzPct val="75000"/>
              <a:buFont typeface="Symbol"/>
              <a:buChar char=""/>
              <a:defRPr/>
            </a:pPr>
            <a:r>
              <a:rPr lang="en-US" sz="1600" b="0" u="none" strike="noStrike">
                <a:solidFill>
                  <a:schemeClr val="lt1"/>
                </a:solidFill>
                <a:latin typeface="Calibri"/>
              </a:rPr>
              <a:t>Second Outline Level</a:t>
            </a:r>
          </a:p>
          <a:p>
            <a:pPr marL="1296000" lvl="2" indent="-28800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n-US" sz="1400" b="0" u="none" strike="noStrike">
                <a:solidFill>
                  <a:schemeClr val="lt1"/>
                </a:solidFill>
                <a:latin typeface="Calibri"/>
              </a:rPr>
              <a:t>Third Outline Level</a:t>
            </a:r>
          </a:p>
          <a:p>
            <a:pPr marL="1728000" lvl="3" indent="-21600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SzPct val="75000"/>
              <a:buFont typeface="Symbol"/>
              <a:buChar char=""/>
              <a:defRPr/>
            </a:pPr>
            <a:r>
              <a:rPr lang="en-US" sz="1200" b="0" u="none" strike="noStrike">
                <a:solidFill>
                  <a:schemeClr val="lt1"/>
                </a:solidFill>
                <a:latin typeface="Calibri"/>
              </a:rPr>
              <a:t>Fourth Outline Level</a:t>
            </a:r>
          </a:p>
          <a:p>
            <a:pPr marL="2160000" lvl="4" indent="-21600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n-US" sz="1200" b="0" u="none" strike="noStrike">
                <a:solidFill>
                  <a:schemeClr val="lt1"/>
                </a:solidFill>
                <a:latin typeface="Calibri"/>
              </a:rPr>
              <a:t>Fifth Outline Level</a:t>
            </a:r>
          </a:p>
          <a:p>
            <a:pPr marL="2592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n-US" sz="2000" b="0" u="none" strike="noStrike">
                <a:solidFill>
                  <a:schemeClr val="lt1"/>
                </a:solidFill>
                <a:latin typeface="Calibri"/>
              </a:rPr>
              <a:t>Sixth Outline Level</a:t>
            </a:r>
          </a:p>
          <a:p>
            <a:pPr marL="30240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n-US" sz="2000" b="0" u="none" strike="noStrike">
                <a:solidFill>
                  <a:schemeClr val="lt1"/>
                </a:solidFill>
                <a:latin typeface="Calibri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Panoramic Picture with Caption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28210237" name="Picture 7" descr="Celestia-R1---OverlayContentHD.png"/>
          <p:cNvPicPr/>
          <p:nvPr/>
        </p:nvPicPr>
        <p:blipFill rotWithShape="1">
          <a:blip r:embed="rId3"/>
          <a:stretch/>
        </p:blipFill>
        <p:spPr bwMode="auto">
          <a:xfrm>
            <a:off x="0" y="0"/>
            <a:ext cx="12188160" cy="6855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23567047" name="PlaceHolder 1"/>
          <p:cNvSpPr>
            <a:spLocks noGrp="1"/>
          </p:cNvSpPr>
          <p:nvPr>
            <p:ph type="title"/>
          </p:nvPr>
        </p:nvSpPr>
        <p:spPr bwMode="auto">
          <a:xfrm>
            <a:off x="685800" y="4732920"/>
            <a:ext cx="10130760" cy="56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400" b="0" u="none" strike="noStrike" cap="all">
                <a:solidFill>
                  <a:schemeClr val="lt1"/>
                </a:solidFill>
                <a:latin typeface="Calibri Light"/>
                <a:ea typeface="Arial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2400" b="0" u="none" strike="noStrike" cap="all">
                <a:solidFill>
                  <a:schemeClr val="lt1"/>
                </a:solidFill>
                <a:latin typeface="Calibri Light"/>
                <a:ea typeface="Arial"/>
              </a:rPr>
              <a:t>Click to edit Master title style</a:t>
            </a:r>
            <a:endParaRPr lang="en-US" sz="2400" b="0" u="none" strike="noStrike" cap="all">
              <a:solidFill>
                <a:schemeClr val="lt1"/>
              </a:solidFill>
              <a:latin typeface="Calibri Light"/>
            </a:endParaRPr>
          </a:p>
        </p:txBody>
      </p:sp>
      <p:sp>
        <p:nvSpPr>
          <p:cNvPr id="1126694619" name="PlaceHolder 2"/>
          <p:cNvSpPr>
            <a:spLocks noGrp="1"/>
          </p:cNvSpPr>
          <p:nvPr>
            <p:ph type="body"/>
          </p:nvPr>
        </p:nvSpPr>
        <p:spPr bwMode="auto">
          <a:xfrm>
            <a:off x="1371600" y="932040"/>
            <a:ext cx="8759160" cy="3164400"/>
          </a:xfrm>
          <a:prstGeom prst="rect">
            <a:avLst/>
          </a:prstGeom>
          <a:noFill/>
          <a:ln w="50760" cap="sq">
            <a:solidFill>
              <a:srgbClr val="FFFFFF"/>
            </a:solidFill>
            <a:miter/>
          </a:ln>
          <a:effectLst>
            <a:outerShdw blurRad="254160" rotWithShape="0">
              <a:srgbClr val="000000">
                <a:alpha val="43000"/>
              </a:srgbClr>
            </a:outerShdw>
          </a:effectLst>
        </p:spPr>
        <p:txBody>
          <a:bodyPr lIns="90000" tIns="45000" rIns="90000" bIns="45000" anchor="t">
            <a:norm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600" b="0" u="none" strike="noStrike">
                <a:solidFill>
                  <a:schemeClr val="lt1"/>
                </a:solidFill>
                <a:latin typeface="Calibri"/>
                <a:ea typeface="Arial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600" b="0" u="none" strike="noStrike">
                <a:solidFill>
                  <a:schemeClr val="lt1"/>
                </a:solidFill>
                <a:latin typeface="Calibri"/>
                <a:ea typeface="Arial"/>
              </a:rPr>
              <a:t>Click icon to add picture</a:t>
            </a:r>
            <a:endParaRPr lang="en-US" sz="1600" b="0" u="none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5499855" name="PlaceHolder 3"/>
          <p:cNvSpPr>
            <a:spLocks noGrp="1"/>
          </p:cNvSpPr>
          <p:nvPr>
            <p:ph type="body"/>
          </p:nvPr>
        </p:nvSpPr>
        <p:spPr bwMode="auto">
          <a:xfrm>
            <a:off x="685800" y="5299560"/>
            <a:ext cx="10130760" cy="492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Aft>
                <a:spcPts val="1001"/>
              </a:spcAft>
              <a:buNone/>
              <a:tabLst>
                <a:tab pos="0" algn="l"/>
              </a:tabLst>
              <a:defRPr lang="en-US" sz="1400" b="0" u="none" strike="noStrike">
                <a:solidFill>
                  <a:schemeClr val="lt1"/>
                </a:solidFill>
                <a:latin typeface="Calibri"/>
                <a:ea typeface="Arial"/>
              </a:defRPr>
            </a:lvl1pPr>
          </a:lstStyle>
          <a:p>
            <a:pPr indent="0" algn="l" defTabSz="457200">
              <a:lnSpc>
                <a:spcPct val="100000"/>
              </a:lnSpc>
              <a:spcAft>
                <a:spcPts val="1001"/>
              </a:spcAft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chemeClr val="lt1"/>
                </a:solidFill>
                <a:latin typeface="Calibri"/>
                <a:ea typeface="Arial"/>
              </a:rPr>
              <a:t>Click to edit Master text styles</a:t>
            </a:r>
            <a:endParaRPr lang="en-US" sz="1400" b="0" u="none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642929" name="PlaceHolder 4"/>
          <p:cNvSpPr>
            <a:spLocks noGrp="1"/>
          </p:cNvSpPr>
          <p:nvPr>
            <p:ph type="dt" idx="31"/>
          </p:nvPr>
        </p:nvSpPr>
        <p:spPr bwMode="auto">
          <a:xfrm>
            <a:off x="8589600" y="5870520"/>
            <a:ext cx="159948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lt1"/>
                </a:solidFill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000" b="0" u="none" strike="noStrike">
                <a:solidFill>
                  <a:schemeClr val="lt1"/>
                </a:solidFill>
                <a:latin typeface="Calibri"/>
                <a:ea typeface="Arial"/>
              </a:rPr>
              <a:t>&lt;date/time&gt;</a:t>
            </a:r>
            <a:endParaRPr lang="en-US" sz="10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93599931" name="PlaceHolder 5"/>
          <p:cNvSpPr>
            <a:spLocks noGrp="1"/>
          </p:cNvSpPr>
          <p:nvPr>
            <p:ph type="ftr" idx="32"/>
          </p:nvPr>
        </p:nvSpPr>
        <p:spPr bwMode="auto">
          <a:xfrm>
            <a:off x="685800" y="5870520"/>
            <a:ext cx="782676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rgbClr val="FFFFFF"/>
                </a:solidFill>
                <a:latin typeface="Times New Roman"/>
              </a:rPr>
              <a:t>&lt;footer&gt;</a:t>
            </a:r>
          </a:p>
        </p:txBody>
      </p:sp>
      <p:sp>
        <p:nvSpPr>
          <p:cNvPr id="302423544" name="PlaceHolder 6"/>
          <p:cNvSpPr>
            <a:spLocks noGrp="1"/>
          </p:cNvSpPr>
          <p:nvPr>
            <p:ph type="sldNum" idx="33"/>
          </p:nvPr>
        </p:nvSpPr>
        <p:spPr bwMode="auto">
          <a:xfrm>
            <a:off x="10266120" y="5870520"/>
            <a:ext cx="55044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lt1"/>
                </a:solidFill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A7D4E72D-9C00-4AF4-BEB6-611565818B73}" type="slidenum">
              <a:rPr lang="en-US" sz="1000" b="0" u="none" strike="noStrike">
                <a:solidFill>
                  <a:schemeClr val="lt1"/>
                </a:solidFill>
                <a:latin typeface="Calibri"/>
                <a:ea typeface="Arial"/>
              </a:rPr>
              <a:t>‹#›</a:t>
            </a:fld>
            <a:endParaRPr lang="en-US" sz="1000" b="0" u="none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Title and Caption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96293249" name="Picture 6" descr="Celestia-R1---OverlayContentHD.png"/>
          <p:cNvPicPr/>
          <p:nvPr/>
        </p:nvPicPr>
        <p:blipFill rotWithShape="1">
          <a:blip r:embed="rId3"/>
          <a:stretch/>
        </p:blipFill>
        <p:spPr bwMode="auto">
          <a:xfrm>
            <a:off x="0" y="0"/>
            <a:ext cx="12188160" cy="6855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76607909" name="PlaceHolder 1"/>
          <p:cNvSpPr>
            <a:spLocks noGrp="1"/>
          </p:cNvSpPr>
          <p:nvPr>
            <p:ph type="title"/>
          </p:nvPr>
        </p:nvSpPr>
        <p:spPr bwMode="auto">
          <a:xfrm>
            <a:off x="685800" y="609480"/>
            <a:ext cx="10130760" cy="312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3200" b="0" u="none" strike="noStrike">
                <a:solidFill>
                  <a:schemeClr val="lt1"/>
                </a:solidFill>
                <a:latin typeface="Calibri Light"/>
                <a:ea typeface="Arial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3200" b="0" u="none" strike="noStrike">
                <a:solidFill>
                  <a:schemeClr val="lt1"/>
                </a:solidFill>
                <a:latin typeface="Calibri Light"/>
                <a:ea typeface="Arial"/>
              </a:rPr>
              <a:t>Click to edit Master title style</a:t>
            </a:r>
            <a:endParaRPr lang="en-US" sz="3200" b="0" u="none" strike="noStrike">
              <a:solidFill>
                <a:schemeClr val="lt1"/>
              </a:solidFill>
              <a:latin typeface="Calibri Light"/>
            </a:endParaRPr>
          </a:p>
        </p:txBody>
      </p:sp>
      <p:sp>
        <p:nvSpPr>
          <p:cNvPr id="366809604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343400"/>
            <a:ext cx="10130760" cy="144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spcAft>
                <a:spcPts val="1001"/>
              </a:spcAft>
              <a:buNone/>
              <a:tabLst>
                <a:tab pos="0" algn="l"/>
              </a:tabLst>
              <a:defRPr lang="en-US" sz="2000" b="0" u="none" strike="noStrike">
                <a:solidFill>
                  <a:schemeClr val="lt1"/>
                </a:solidFill>
                <a:latin typeface="Calibri"/>
                <a:ea typeface="Arial"/>
              </a:defRPr>
            </a:lvl1pPr>
          </a:lstStyle>
          <a:p>
            <a:pPr indent="0" algn="l" defTabSz="457200">
              <a:lnSpc>
                <a:spcPct val="100000"/>
              </a:lnSpc>
              <a:spcAft>
                <a:spcPts val="1001"/>
              </a:spcAft>
              <a:buNone/>
              <a:tabLst>
                <a:tab pos="0" algn="l"/>
              </a:tabLst>
              <a:defRPr/>
            </a:pPr>
            <a:r>
              <a:rPr lang="en-US" sz="2000" b="0" u="none" strike="noStrike">
                <a:solidFill>
                  <a:schemeClr val="lt1"/>
                </a:solidFill>
                <a:latin typeface="Calibri"/>
                <a:ea typeface="Arial"/>
              </a:rPr>
              <a:t>Click to edit Master text styles</a:t>
            </a:r>
            <a:endParaRPr lang="en-US" sz="2000" b="0" u="none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50150730" name="PlaceHolder 3"/>
          <p:cNvSpPr>
            <a:spLocks noGrp="1"/>
          </p:cNvSpPr>
          <p:nvPr>
            <p:ph type="dt" idx="34"/>
          </p:nvPr>
        </p:nvSpPr>
        <p:spPr bwMode="auto">
          <a:xfrm>
            <a:off x="8589600" y="5870520"/>
            <a:ext cx="159948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lt1"/>
                </a:solidFill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000" b="0" u="none" strike="noStrike">
                <a:solidFill>
                  <a:schemeClr val="lt1"/>
                </a:solidFill>
                <a:latin typeface="Calibri"/>
                <a:ea typeface="Arial"/>
              </a:rPr>
              <a:t>&lt;date/time&gt;</a:t>
            </a:r>
            <a:endParaRPr lang="en-US" sz="10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53087413" name="PlaceHolder 4"/>
          <p:cNvSpPr>
            <a:spLocks noGrp="1"/>
          </p:cNvSpPr>
          <p:nvPr>
            <p:ph type="ftr" idx="35"/>
          </p:nvPr>
        </p:nvSpPr>
        <p:spPr bwMode="auto">
          <a:xfrm>
            <a:off x="685800" y="5870520"/>
            <a:ext cx="782676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rgbClr val="FFFFFF"/>
                </a:solidFill>
                <a:latin typeface="Times New Roman"/>
              </a:rPr>
              <a:t>&lt;footer&gt;</a:t>
            </a:r>
          </a:p>
        </p:txBody>
      </p:sp>
      <p:sp>
        <p:nvSpPr>
          <p:cNvPr id="104590736" name="PlaceHolder 5"/>
          <p:cNvSpPr>
            <a:spLocks noGrp="1"/>
          </p:cNvSpPr>
          <p:nvPr>
            <p:ph type="sldNum" idx="36"/>
          </p:nvPr>
        </p:nvSpPr>
        <p:spPr bwMode="auto">
          <a:xfrm>
            <a:off x="10266120" y="5870520"/>
            <a:ext cx="55044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lt1"/>
                </a:solidFill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AA30DCE5-7C2E-4128-929E-7B70510F9CCE}" type="slidenum">
              <a:rPr lang="en-US" sz="1000" b="0" u="none" strike="noStrike">
                <a:solidFill>
                  <a:schemeClr val="lt1"/>
                </a:solidFill>
                <a:latin typeface="Calibri"/>
                <a:ea typeface="Arial"/>
              </a:rPr>
              <a:t>‹#›</a:t>
            </a:fld>
            <a:endParaRPr lang="en-US" sz="1000" b="0" u="none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Quote with Caption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050425" name="Picture 10" descr="Celestia-R1---OverlayContentHD.png"/>
          <p:cNvPicPr/>
          <p:nvPr/>
        </p:nvPicPr>
        <p:blipFill rotWithShape="1">
          <a:blip r:embed="rId3"/>
          <a:stretch/>
        </p:blipFill>
        <p:spPr bwMode="auto">
          <a:xfrm>
            <a:off x="0" y="0"/>
            <a:ext cx="12188160" cy="6855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7097779" name="TextBox 11"/>
          <p:cNvSpPr/>
          <p:nvPr/>
        </p:nvSpPr>
        <p:spPr bwMode="auto">
          <a:xfrm>
            <a:off x="10238040" y="2743200"/>
            <a:ext cx="608760" cy="583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457200">
              <a:lnSpc>
                <a:spcPct val="100000"/>
              </a:lnSpc>
              <a:defRPr/>
            </a:pPr>
            <a:r>
              <a:rPr lang="en-US" sz="8000" b="0" u="none" strike="noStrike" cap="all">
                <a:solidFill>
                  <a:schemeClr val="lt1"/>
                </a:solidFill>
                <a:latin typeface="Calibri"/>
                <a:ea typeface="Arial"/>
              </a:rPr>
              <a:t>”</a:t>
            </a:r>
            <a:endParaRPr lang="en-US" sz="80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5361577" name="TextBox 12"/>
          <p:cNvSpPr/>
          <p:nvPr/>
        </p:nvSpPr>
        <p:spPr bwMode="auto">
          <a:xfrm>
            <a:off x="488160" y="823320"/>
            <a:ext cx="608760" cy="583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457200">
              <a:lnSpc>
                <a:spcPct val="100000"/>
              </a:lnSpc>
              <a:defRPr/>
            </a:pPr>
            <a:r>
              <a:rPr lang="en-US" sz="8000" b="0" u="none" strike="noStrike" cap="all">
                <a:solidFill>
                  <a:schemeClr val="lt1"/>
                </a:solidFill>
                <a:latin typeface="Calibri"/>
                <a:ea typeface="Arial"/>
              </a:rPr>
              <a:t>“</a:t>
            </a:r>
            <a:endParaRPr lang="en-US" sz="80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8088346" name="PlaceHolder 1"/>
          <p:cNvSpPr>
            <a:spLocks noGrp="1"/>
          </p:cNvSpPr>
          <p:nvPr>
            <p:ph type="title"/>
          </p:nvPr>
        </p:nvSpPr>
        <p:spPr bwMode="auto">
          <a:xfrm>
            <a:off x="992160" y="609480"/>
            <a:ext cx="9549720" cy="2742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3200" b="0" u="none" strike="noStrike">
                <a:solidFill>
                  <a:schemeClr val="lt1"/>
                </a:solidFill>
                <a:latin typeface="Calibri Light"/>
                <a:ea typeface="Arial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3200" b="0" u="none" strike="noStrike">
                <a:solidFill>
                  <a:schemeClr val="lt1"/>
                </a:solidFill>
                <a:latin typeface="Calibri Light"/>
                <a:ea typeface="Arial"/>
              </a:rPr>
              <a:t>Click to edit Master title style</a:t>
            </a:r>
            <a:endParaRPr lang="en-US" sz="3200" b="0" u="none" strike="noStrike">
              <a:solidFill>
                <a:schemeClr val="lt1"/>
              </a:solidFill>
              <a:latin typeface="Calibri Light"/>
            </a:endParaRPr>
          </a:p>
        </p:txBody>
      </p:sp>
      <p:sp>
        <p:nvSpPr>
          <p:cNvPr id="1757162763" name="PlaceHolder 2"/>
          <p:cNvSpPr>
            <a:spLocks noGrp="1"/>
          </p:cNvSpPr>
          <p:nvPr>
            <p:ph type="body"/>
          </p:nvPr>
        </p:nvSpPr>
        <p:spPr bwMode="auto">
          <a:xfrm>
            <a:off x="1098000" y="3352680"/>
            <a:ext cx="9338400" cy="380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spcAft>
                <a:spcPts val="1001"/>
              </a:spcAft>
              <a:buNone/>
              <a:tabLst>
                <a:tab pos="0" algn="l"/>
              </a:tabLst>
              <a:defRPr lang="en-US" sz="1800" b="0" u="none" strike="noStrike">
                <a:solidFill>
                  <a:schemeClr val="lt1"/>
                </a:solidFill>
                <a:latin typeface="Calibri"/>
                <a:ea typeface="Arial"/>
              </a:defRPr>
            </a:lvl1pPr>
          </a:lstStyle>
          <a:p>
            <a:pPr indent="0" algn="l" defTabSz="457200">
              <a:lnSpc>
                <a:spcPct val="100000"/>
              </a:lnSpc>
              <a:spcAft>
                <a:spcPts val="1001"/>
              </a:spcAft>
              <a:buNone/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chemeClr val="lt1"/>
                </a:solidFill>
                <a:latin typeface="Calibri"/>
                <a:ea typeface="Arial"/>
              </a:rPr>
              <a:t>Click to edit Master text styles</a:t>
            </a:r>
            <a:endParaRPr lang="en-US" sz="1800" b="0" u="none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44562265" name="PlaceHolder 3"/>
          <p:cNvSpPr>
            <a:spLocks noGrp="1"/>
          </p:cNvSpPr>
          <p:nvPr>
            <p:ph type="body"/>
          </p:nvPr>
        </p:nvSpPr>
        <p:spPr bwMode="auto">
          <a:xfrm>
            <a:off x="687600" y="4343400"/>
            <a:ext cx="10151640" cy="144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spcAft>
                <a:spcPts val="1001"/>
              </a:spcAft>
              <a:buNone/>
              <a:tabLst>
                <a:tab pos="0" algn="l"/>
              </a:tabLst>
              <a:defRPr lang="en-US" sz="2000" b="0" u="none" strike="noStrike">
                <a:solidFill>
                  <a:schemeClr val="lt1"/>
                </a:solidFill>
                <a:latin typeface="Calibri"/>
                <a:ea typeface="Arial"/>
              </a:defRPr>
            </a:lvl1pPr>
          </a:lstStyle>
          <a:p>
            <a:pPr indent="0" algn="l" defTabSz="457200">
              <a:lnSpc>
                <a:spcPct val="100000"/>
              </a:lnSpc>
              <a:spcAft>
                <a:spcPts val="1001"/>
              </a:spcAft>
              <a:buNone/>
              <a:tabLst>
                <a:tab pos="0" algn="l"/>
              </a:tabLst>
              <a:defRPr/>
            </a:pPr>
            <a:r>
              <a:rPr lang="en-US" sz="2000" b="0" u="none" strike="noStrike">
                <a:solidFill>
                  <a:schemeClr val="lt1"/>
                </a:solidFill>
                <a:latin typeface="Calibri"/>
                <a:ea typeface="Arial"/>
              </a:rPr>
              <a:t>Click to edit Master text styles</a:t>
            </a:r>
            <a:endParaRPr lang="en-US" sz="2000" b="0" u="none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47109103" name="PlaceHolder 4"/>
          <p:cNvSpPr>
            <a:spLocks noGrp="1"/>
          </p:cNvSpPr>
          <p:nvPr>
            <p:ph type="dt" idx="37"/>
          </p:nvPr>
        </p:nvSpPr>
        <p:spPr bwMode="auto">
          <a:xfrm>
            <a:off x="8589600" y="5870520"/>
            <a:ext cx="159948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lt1"/>
                </a:solidFill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000" b="0" u="none" strike="noStrike">
                <a:solidFill>
                  <a:schemeClr val="lt1"/>
                </a:solidFill>
                <a:latin typeface="Calibri"/>
                <a:ea typeface="Arial"/>
              </a:rPr>
              <a:t>&lt;date/time&gt;</a:t>
            </a:r>
            <a:endParaRPr lang="en-US" sz="10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9112166" name="PlaceHolder 5"/>
          <p:cNvSpPr>
            <a:spLocks noGrp="1"/>
          </p:cNvSpPr>
          <p:nvPr>
            <p:ph type="ftr" idx="38"/>
          </p:nvPr>
        </p:nvSpPr>
        <p:spPr bwMode="auto">
          <a:xfrm>
            <a:off x="685800" y="5870520"/>
            <a:ext cx="782676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rgbClr val="FFFFFF"/>
                </a:solidFill>
                <a:latin typeface="Times New Roman"/>
              </a:rPr>
              <a:t>&lt;footer&gt;</a:t>
            </a:r>
          </a:p>
        </p:txBody>
      </p:sp>
      <p:sp>
        <p:nvSpPr>
          <p:cNvPr id="1820298287" name="PlaceHolder 6"/>
          <p:cNvSpPr>
            <a:spLocks noGrp="1"/>
          </p:cNvSpPr>
          <p:nvPr>
            <p:ph type="sldNum" idx="39"/>
          </p:nvPr>
        </p:nvSpPr>
        <p:spPr bwMode="auto">
          <a:xfrm>
            <a:off x="10266120" y="5870520"/>
            <a:ext cx="55044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lt1"/>
                </a:solidFill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F0B4F7FE-AA02-4DE0-BC6D-612C6EFA9D56}" type="slidenum">
              <a:rPr lang="en-US" sz="1000" b="0" u="none" strike="noStrike">
                <a:solidFill>
                  <a:schemeClr val="lt1"/>
                </a:solidFill>
                <a:latin typeface="Calibri"/>
                <a:ea typeface="Arial"/>
              </a:rPr>
              <a:t>‹#›</a:t>
            </a:fld>
            <a:endParaRPr lang="en-US" sz="1000" b="0" u="none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Name Card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46884893" name="Picture 6" descr="Celestia-R1---OverlayContentHD.png"/>
          <p:cNvPicPr/>
          <p:nvPr/>
        </p:nvPicPr>
        <p:blipFill rotWithShape="1">
          <a:blip r:embed="rId3"/>
          <a:stretch/>
        </p:blipFill>
        <p:spPr bwMode="auto">
          <a:xfrm>
            <a:off x="0" y="0"/>
            <a:ext cx="12188160" cy="6855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594027" name="PlaceHolder 1"/>
          <p:cNvSpPr>
            <a:spLocks noGrp="1"/>
          </p:cNvSpPr>
          <p:nvPr>
            <p:ph type="title"/>
          </p:nvPr>
        </p:nvSpPr>
        <p:spPr bwMode="auto">
          <a:xfrm>
            <a:off x="685800" y="3308760"/>
            <a:ext cx="10130760" cy="1468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3200" b="0" u="none" strike="noStrike">
                <a:solidFill>
                  <a:schemeClr val="lt1"/>
                </a:solidFill>
                <a:latin typeface="Calibri Light"/>
                <a:ea typeface="Arial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3200" b="0" u="none" strike="noStrike">
                <a:solidFill>
                  <a:schemeClr val="lt1"/>
                </a:solidFill>
                <a:latin typeface="Calibri Light"/>
                <a:ea typeface="Arial"/>
              </a:rPr>
              <a:t>Click to edit Master title style</a:t>
            </a:r>
            <a:endParaRPr lang="en-US" sz="3200" b="0" u="none" strike="noStrike">
              <a:solidFill>
                <a:schemeClr val="lt1"/>
              </a:solidFill>
              <a:latin typeface="Calibri Light"/>
            </a:endParaRPr>
          </a:p>
        </p:txBody>
      </p:sp>
      <p:sp>
        <p:nvSpPr>
          <p:cNvPr id="980350132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777560"/>
            <a:ext cx="10130760" cy="859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Aft>
                <a:spcPts val="1001"/>
              </a:spcAft>
              <a:buNone/>
              <a:tabLst>
                <a:tab pos="0" algn="l"/>
              </a:tabLst>
              <a:defRPr lang="en-US" sz="2000" b="0" u="none" strike="noStrike">
                <a:solidFill>
                  <a:schemeClr val="lt1"/>
                </a:solidFill>
                <a:latin typeface="Calibri"/>
                <a:ea typeface="Arial"/>
              </a:defRPr>
            </a:lvl1pPr>
          </a:lstStyle>
          <a:p>
            <a:pPr indent="0" algn="l" defTabSz="457200">
              <a:lnSpc>
                <a:spcPct val="100000"/>
              </a:lnSpc>
              <a:spcAft>
                <a:spcPts val="1001"/>
              </a:spcAft>
              <a:buNone/>
              <a:tabLst>
                <a:tab pos="0" algn="l"/>
              </a:tabLst>
              <a:defRPr/>
            </a:pPr>
            <a:r>
              <a:rPr lang="en-US" sz="2000" b="0" u="none" strike="noStrike">
                <a:solidFill>
                  <a:schemeClr val="lt1"/>
                </a:solidFill>
                <a:latin typeface="Calibri"/>
                <a:ea typeface="Arial"/>
              </a:rPr>
              <a:t>Click to edit Master text styles</a:t>
            </a:r>
            <a:endParaRPr lang="en-US" sz="2000" b="0" u="none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57060990" name="PlaceHolder 3"/>
          <p:cNvSpPr>
            <a:spLocks noGrp="1"/>
          </p:cNvSpPr>
          <p:nvPr>
            <p:ph type="dt" idx="40"/>
          </p:nvPr>
        </p:nvSpPr>
        <p:spPr bwMode="auto">
          <a:xfrm>
            <a:off x="8589600" y="5870520"/>
            <a:ext cx="159948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lt1"/>
                </a:solidFill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000" b="0" u="none" strike="noStrike">
                <a:solidFill>
                  <a:schemeClr val="lt1"/>
                </a:solidFill>
                <a:latin typeface="Calibri"/>
                <a:ea typeface="Arial"/>
              </a:rPr>
              <a:t>&lt;date/time&gt;</a:t>
            </a:r>
            <a:endParaRPr lang="en-US" sz="10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24610807" name="PlaceHolder 4"/>
          <p:cNvSpPr>
            <a:spLocks noGrp="1"/>
          </p:cNvSpPr>
          <p:nvPr>
            <p:ph type="ftr" idx="41"/>
          </p:nvPr>
        </p:nvSpPr>
        <p:spPr bwMode="auto">
          <a:xfrm>
            <a:off x="685800" y="5870520"/>
            <a:ext cx="782676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rgbClr val="FFFFFF"/>
                </a:solidFill>
                <a:latin typeface="Times New Roman"/>
              </a:rPr>
              <a:t>&lt;footer&gt;</a:t>
            </a:r>
          </a:p>
        </p:txBody>
      </p:sp>
      <p:sp>
        <p:nvSpPr>
          <p:cNvPr id="1915743214" name="PlaceHolder 5"/>
          <p:cNvSpPr>
            <a:spLocks noGrp="1"/>
          </p:cNvSpPr>
          <p:nvPr>
            <p:ph type="sldNum" idx="42"/>
          </p:nvPr>
        </p:nvSpPr>
        <p:spPr bwMode="auto">
          <a:xfrm>
            <a:off x="10266120" y="5870520"/>
            <a:ext cx="55044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lt1"/>
                </a:solidFill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B8A1D449-4741-48C7-8918-A8118F2169DD}" type="slidenum">
              <a:rPr lang="en-US" sz="1000" b="0" u="none" strike="noStrike">
                <a:solidFill>
                  <a:schemeClr val="lt1"/>
                </a:solidFill>
                <a:latin typeface="Calibri"/>
                <a:ea typeface="Arial"/>
              </a:rPr>
              <a:t>‹#›</a:t>
            </a:fld>
            <a:endParaRPr lang="en-US" sz="1000" b="0" u="none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Quote Name Card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52397754" name="Picture 10" descr="Celestia-R1---OverlayContentHD.png"/>
          <p:cNvPicPr/>
          <p:nvPr/>
        </p:nvPicPr>
        <p:blipFill rotWithShape="1">
          <a:blip r:embed="rId3"/>
          <a:stretch/>
        </p:blipFill>
        <p:spPr bwMode="auto">
          <a:xfrm>
            <a:off x="0" y="0"/>
            <a:ext cx="12188160" cy="6855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1751805" name="TextBox 12"/>
          <p:cNvSpPr/>
          <p:nvPr/>
        </p:nvSpPr>
        <p:spPr bwMode="auto">
          <a:xfrm>
            <a:off x="10238040" y="2743200"/>
            <a:ext cx="608760" cy="583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457200">
              <a:lnSpc>
                <a:spcPct val="100000"/>
              </a:lnSpc>
              <a:defRPr/>
            </a:pPr>
            <a:r>
              <a:rPr lang="en-US" sz="8000" b="0" u="none" strike="noStrike" cap="all">
                <a:solidFill>
                  <a:schemeClr val="lt1"/>
                </a:solidFill>
                <a:latin typeface="Calibri"/>
                <a:ea typeface="Arial"/>
              </a:rPr>
              <a:t>”</a:t>
            </a:r>
            <a:endParaRPr lang="en-US" sz="80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43813" name="TextBox 13"/>
          <p:cNvSpPr/>
          <p:nvPr/>
        </p:nvSpPr>
        <p:spPr bwMode="auto">
          <a:xfrm>
            <a:off x="488160" y="823320"/>
            <a:ext cx="608760" cy="583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457200">
              <a:lnSpc>
                <a:spcPct val="100000"/>
              </a:lnSpc>
              <a:defRPr/>
            </a:pPr>
            <a:r>
              <a:rPr lang="en-US" sz="8000" b="0" u="none" strike="noStrike" cap="all">
                <a:solidFill>
                  <a:schemeClr val="lt1"/>
                </a:solidFill>
                <a:latin typeface="Calibri"/>
                <a:ea typeface="Arial"/>
              </a:rPr>
              <a:t>“</a:t>
            </a:r>
            <a:endParaRPr lang="en-US" sz="80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8603506" name="PlaceHolder 1"/>
          <p:cNvSpPr>
            <a:spLocks noGrp="1"/>
          </p:cNvSpPr>
          <p:nvPr>
            <p:ph type="title"/>
          </p:nvPr>
        </p:nvSpPr>
        <p:spPr bwMode="auto">
          <a:xfrm>
            <a:off x="992160" y="609480"/>
            <a:ext cx="9549720" cy="2742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3200" b="0" u="none" strike="noStrike">
                <a:solidFill>
                  <a:schemeClr val="lt1"/>
                </a:solidFill>
                <a:latin typeface="Calibri Light"/>
                <a:ea typeface="Arial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3200" b="0" u="none" strike="noStrike">
                <a:solidFill>
                  <a:schemeClr val="lt1"/>
                </a:solidFill>
                <a:latin typeface="Calibri Light"/>
                <a:ea typeface="Arial"/>
              </a:rPr>
              <a:t>Click to edit Master title style</a:t>
            </a:r>
            <a:endParaRPr lang="en-US" sz="3200" b="0" u="none" strike="noStrike">
              <a:solidFill>
                <a:schemeClr val="lt1"/>
              </a:solidFill>
              <a:latin typeface="Calibri Light"/>
            </a:endParaRPr>
          </a:p>
        </p:txBody>
      </p:sp>
      <p:sp>
        <p:nvSpPr>
          <p:cNvPr id="1983555191" name="PlaceHolder 2"/>
          <p:cNvSpPr>
            <a:spLocks noGrp="1"/>
          </p:cNvSpPr>
          <p:nvPr>
            <p:ph type="body"/>
          </p:nvPr>
        </p:nvSpPr>
        <p:spPr bwMode="auto">
          <a:xfrm>
            <a:off x="685800" y="3886200"/>
            <a:ext cx="10134720" cy="888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457200">
              <a:lnSpc>
                <a:spcPct val="100000"/>
              </a:lnSpc>
              <a:spcAft>
                <a:spcPts val="1001"/>
              </a:spcAft>
              <a:buNone/>
              <a:tabLst>
                <a:tab pos="0" algn="l"/>
              </a:tabLst>
              <a:defRPr lang="en-US" sz="2400" b="0" u="none" strike="noStrike">
                <a:solidFill>
                  <a:schemeClr val="lt1"/>
                </a:solidFill>
                <a:latin typeface="Calibri"/>
                <a:ea typeface="Arial"/>
              </a:defRPr>
            </a:lvl1pPr>
          </a:lstStyle>
          <a:p>
            <a:pPr indent="0" algn="l" defTabSz="457200">
              <a:lnSpc>
                <a:spcPct val="100000"/>
              </a:lnSpc>
              <a:spcAft>
                <a:spcPts val="1001"/>
              </a:spcAft>
              <a:buNone/>
              <a:tabLst>
                <a:tab pos="0" algn="l"/>
              </a:tabLst>
              <a:defRPr/>
            </a:pPr>
            <a:r>
              <a:rPr lang="en-US" sz="2400" b="0" u="none" strike="noStrike">
                <a:solidFill>
                  <a:schemeClr val="lt1"/>
                </a:solidFill>
                <a:latin typeface="Calibri"/>
                <a:ea typeface="Arial"/>
              </a:rPr>
              <a:t>Click to edit Master text styles</a:t>
            </a:r>
            <a:endParaRPr lang="en-US" sz="2400" b="0" u="none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70506048" name="PlaceHolder 3"/>
          <p:cNvSpPr>
            <a:spLocks noGrp="1"/>
          </p:cNvSpPr>
          <p:nvPr>
            <p:ph type="body"/>
          </p:nvPr>
        </p:nvSpPr>
        <p:spPr bwMode="auto">
          <a:xfrm>
            <a:off x="685800" y="4775039"/>
            <a:ext cx="10134720" cy="101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Aft>
                <a:spcPts val="1001"/>
              </a:spcAft>
              <a:buNone/>
              <a:tabLst>
                <a:tab pos="0" algn="l"/>
              </a:tabLst>
              <a:defRPr lang="en-US" sz="1800" b="0" u="none" strike="noStrike">
                <a:solidFill>
                  <a:schemeClr val="lt1"/>
                </a:solidFill>
                <a:latin typeface="Calibri"/>
                <a:ea typeface="Arial"/>
              </a:defRPr>
            </a:lvl1pPr>
          </a:lstStyle>
          <a:p>
            <a:pPr indent="0" algn="l" defTabSz="457200">
              <a:lnSpc>
                <a:spcPct val="100000"/>
              </a:lnSpc>
              <a:spcAft>
                <a:spcPts val="1001"/>
              </a:spcAft>
              <a:buNone/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chemeClr val="lt1"/>
                </a:solidFill>
                <a:latin typeface="Calibri"/>
                <a:ea typeface="Arial"/>
              </a:rPr>
              <a:t>Click to edit Master text styles</a:t>
            </a:r>
            <a:endParaRPr lang="en-US" sz="1800" b="0" u="none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54463351" name="PlaceHolder 4"/>
          <p:cNvSpPr>
            <a:spLocks noGrp="1"/>
          </p:cNvSpPr>
          <p:nvPr>
            <p:ph type="dt" idx="43"/>
          </p:nvPr>
        </p:nvSpPr>
        <p:spPr bwMode="auto">
          <a:xfrm>
            <a:off x="8589600" y="5870520"/>
            <a:ext cx="159948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lt1"/>
                </a:solidFill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000" b="0" u="none" strike="noStrike">
                <a:solidFill>
                  <a:schemeClr val="lt1"/>
                </a:solidFill>
                <a:latin typeface="Calibri"/>
                <a:ea typeface="Arial"/>
              </a:rPr>
              <a:t>&lt;date/time&gt;</a:t>
            </a:r>
            <a:endParaRPr lang="en-US" sz="10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17727146" name="PlaceHolder 5"/>
          <p:cNvSpPr>
            <a:spLocks noGrp="1"/>
          </p:cNvSpPr>
          <p:nvPr>
            <p:ph type="ftr" idx="44"/>
          </p:nvPr>
        </p:nvSpPr>
        <p:spPr bwMode="auto">
          <a:xfrm>
            <a:off x="685800" y="5870520"/>
            <a:ext cx="782676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rgbClr val="FFFFFF"/>
                </a:solidFill>
                <a:latin typeface="Times New Roman"/>
              </a:rPr>
              <a:t>&lt;footer&gt;</a:t>
            </a:r>
          </a:p>
        </p:txBody>
      </p:sp>
      <p:sp>
        <p:nvSpPr>
          <p:cNvPr id="1002938852" name="PlaceHolder 6"/>
          <p:cNvSpPr>
            <a:spLocks noGrp="1"/>
          </p:cNvSpPr>
          <p:nvPr>
            <p:ph type="sldNum" idx="45"/>
          </p:nvPr>
        </p:nvSpPr>
        <p:spPr bwMode="auto">
          <a:xfrm>
            <a:off x="10266120" y="5870520"/>
            <a:ext cx="55044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lt1"/>
                </a:solidFill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80C975B4-A4ED-4944-AB06-E13C8284C9E0}" type="slidenum">
              <a:rPr lang="en-US" sz="1000" b="0" u="none" strike="noStrike">
                <a:solidFill>
                  <a:schemeClr val="lt1"/>
                </a:solidFill>
                <a:latin typeface="Calibri"/>
                <a:ea typeface="Arial"/>
              </a:rPr>
              <a:t>‹#›</a:t>
            </a:fld>
            <a:endParaRPr lang="en-US" sz="1000" b="0" u="none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True or False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02547001" name="Picture 7" descr="Celestia-R1---OverlayContentHD.png"/>
          <p:cNvPicPr/>
          <p:nvPr/>
        </p:nvPicPr>
        <p:blipFill rotWithShape="1">
          <a:blip r:embed="rId3"/>
          <a:stretch/>
        </p:blipFill>
        <p:spPr bwMode="auto">
          <a:xfrm>
            <a:off x="0" y="0"/>
            <a:ext cx="12188160" cy="6855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5649233" name="PlaceHolder 1"/>
          <p:cNvSpPr>
            <a:spLocks noGrp="1"/>
          </p:cNvSpPr>
          <p:nvPr>
            <p:ph type="title"/>
          </p:nvPr>
        </p:nvSpPr>
        <p:spPr bwMode="auto">
          <a:xfrm>
            <a:off x="685800" y="609480"/>
            <a:ext cx="10130760" cy="2742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3600" b="0" u="none" strike="noStrike" cap="all">
                <a:solidFill>
                  <a:schemeClr val="lt1"/>
                </a:solidFill>
                <a:latin typeface="Calibri Light"/>
                <a:ea typeface="Arial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3600" b="0" u="none" strike="noStrike" cap="all">
                <a:solidFill>
                  <a:schemeClr val="lt1"/>
                </a:solidFill>
                <a:latin typeface="Calibri Light"/>
                <a:ea typeface="Arial"/>
              </a:rPr>
              <a:t>Click to edit Master title style</a:t>
            </a:r>
            <a:endParaRPr lang="en-US" sz="3600" b="0" u="none" strike="noStrike" cap="all">
              <a:solidFill>
                <a:schemeClr val="lt1"/>
              </a:solidFill>
              <a:latin typeface="Calibri Light"/>
            </a:endParaRPr>
          </a:p>
        </p:txBody>
      </p:sp>
      <p:sp>
        <p:nvSpPr>
          <p:cNvPr id="335071856" name="PlaceHolder 2"/>
          <p:cNvSpPr>
            <a:spLocks noGrp="1"/>
          </p:cNvSpPr>
          <p:nvPr>
            <p:ph type="body"/>
          </p:nvPr>
        </p:nvSpPr>
        <p:spPr bwMode="auto">
          <a:xfrm>
            <a:off x="685800" y="3505320"/>
            <a:ext cx="10130760" cy="837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457200">
              <a:lnSpc>
                <a:spcPct val="100000"/>
              </a:lnSpc>
              <a:spcAft>
                <a:spcPts val="1001"/>
              </a:spcAft>
              <a:buNone/>
              <a:tabLst>
                <a:tab pos="0" algn="l"/>
              </a:tabLst>
              <a:defRPr lang="en-US" sz="2800" b="0" u="none" strike="noStrike">
                <a:solidFill>
                  <a:schemeClr val="lt1"/>
                </a:solidFill>
                <a:latin typeface="Calibri"/>
                <a:ea typeface="Arial"/>
              </a:defRPr>
            </a:lvl1pPr>
          </a:lstStyle>
          <a:p>
            <a:pPr indent="0" algn="l" defTabSz="457200">
              <a:lnSpc>
                <a:spcPct val="100000"/>
              </a:lnSpc>
              <a:spcAft>
                <a:spcPts val="1001"/>
              </a:spcAft>
              <a:buNone/>
              <a:tabLst>
                <a:tab pos="0" algn="l"/>
              </a:tabLst>
              <a:defRPr/>
            </a:pPr>
            <a:r>
              <a:rPr lang="en-US" sz="2800" b="0" u="none" strike="noStrike">
                <a:solidFill>
                  <a:schemeClr val="lt1"/>
                </a:solidFill>
                <a:latin typeface="Calibri"/>
                <a:ea typeface="Arial"/>
              </a:rPr>
              <a:t>Click to edit Master text styles</a:t>
            </a:r>
            <a:endParaRPr lang="en-US" sz="2800" b="0" u="none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12896717" name="PlaceHolder 3"/>
          <p:cNvSpPr>
            <a:spLocks noGrp="1"/>
          </p:cNvSpPr>
          <p:nvPr>
            <p:ph type="body"/>
          </p:nvPr>
        </p:nvSpPr>
        <p:spPr bwMode="auto">
          <a:xfrm>
            <a:off x="685800" y="4343400"/>
            <a:ext cx="10130760" cy="144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Aft>
                <a:spcPts val="1001"/>
              </a:spcAft>
              <a:buNone/>
              <a:tabLst>
                <a:tab pos="0" algn="l"/>
              </a:tabLst>
              <a:defRPr lang="en-US" sz="1800" b="0" u="none" strike="noStrike">
                <a:solidFill>
                  <a:schemeClr val="lt1"/>
                </a:solidFill>
                <a:latin typeface="Calibri"/>
                <a:ea typeface="Arial"/>
              </a:defRPr>
            </a:lvl1pPr>
          </a:lstStyle>
          <a:p>
            <a:pPr indent="0" algn="l" defTabSz="457200">
              <a:lnSpc>
                <a:spcPct val="100000"/>
              </a:lnSpc>
              <a:spcAft>
                <a:spcPts val="1001"/>
              </a:spcAft>
              <a:buNone/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chemeClr val="lt1"/>
                </a:solidFill>
                <a:latin typeface="Calibri"/>
                <a:ea typeface="Arial"/>
              </a:rPr>
              <a:t>Click to edit Master text styles</a:t>
            </a:r>
            <a:endParaRPr lang="en-US" sz="1800" b="0" u="none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11185086" name="PlaceHolder 4"/>
          <p:cNvSpPr>
            <a:spLocks noGrp="1"/>
          </p:cNvSpPr>
          <p:nvPr>
            <p:ph type="dt" idx="46"/>
          </p:nvPr>
        </p:nvSpPr>
        <p:spPr bwMode="auto">
          <a:xfrm>
            <a:off x="8589600" y="5870520"/>
            <a:ext cx="159948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lt1"/>
                </a:solidFill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000" b="0" u="none" strike="noStrike">
                <a:solidFill>
                  <a:schemeClr val="lt1"/>
                </a:solidFill>
                <a:latin typeface="Calibri"/>
                <a:ea typeface="Arial"/>
              </a:rPr>
              <a:t>&lt;date/time&gt;</a:t>
            </a:r>
            <a:endParaRPr lang="en-US" sz="10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52810325" name="PlaceHolder 5"/>
          <p:cNvSpPr>
            <a:spLocks noGrp="1"/>
          </p:cNvSpPr>
          <p:nvPr>
            <p:ph type="ftr" idx="47"/>
          </p:nvPr>
        </p:nvSpPr>
        <p:spPr bwMode="auto">
          <a:xfrm>
            <a:off x="685800" y="5870520"/>
            <a:ext cx="782676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rgbClr val="FFFFFF"/>
                </a:solidFill>
                <a:latin typeface="Times New Roman"/>
              </a:rPr>
              <a:t>&lt;footer&gt;</a:t>
            </a:r>
          </a:p>
        </p:txBody>
      </p:sp>
      <p:sp>
        <p:nvSpPr>
          <p:cNvPr id="1441978986" name="PlaceHolder 6"/>
          <p:cNvSpPr>
            <a:spLocks noGrp="1"/>
          </p:cNvSpPr>
          <p:nvPr>
            <p:ph type="sldNum" idx="48"/>
          </p:nvPr>
        </p:nvSpPr>
        <p:spPr bwMode="auto">
          <a:xfrm>
            <a:off x="10266120" y="5870520"/>
            <a:ext cx="55044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lt1"/>
                </a:solidFill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4B4F1259-E496-42B3-BBF8-F91E3B5EB8CF}" type="slidenum">
              <a:rPr lang="en-US" sz="1000" b="0" u="none" strike="noStrike">
                <a:solidFill>
                  <a:schemeClr val="lt1"/>
                </a:solidFill>
                <a:latin typeface="Calibri"/>
                <a:ea typeface="Arial"/>
              </a:rPr>
              <a:t>‹#›</a:t>
            </a:fld>
            <a:endParaRPr lang="en-US" sz="1000" b="0" u="none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Title and Vertical Text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82560803" name="Picture 6" descr="Celestia-R1---OverlayContentHD.png"/>
          <p:cNvPicPr/>
          <p:nvPr/>
        </p:nvPicPr>
        <p:blipFill rotWithShape="1">
          <a:blip r:embed="rId3"/>
          <a:stretch/>
        </p:blipFill>
        <p:spPr bwMode="auto">
          <a:xfrm>
            <a:off x="0" y="0"/>
            <a:ext cx="12188160" cy="6855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939423" name="PlaceHolder 1"/>
          <p:cNvSpPr>
            <a:spLocks noGrp="1"/>
          </p:cNvSpPr>
          <p:nvPr>
            <p:ph type="title"/>
          </p:nvPr>
        </p:nvSpPr>
        <p:spPr bwMode="auto">
          <a:xfrm>
            <a:off x="685800" y="609480"/>
            <a:ext cx="10130760" cy="1455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3600" b="0" u="none" strike="noStrike" cap="all">
                <a:solidFill>
                  <a:schemeClr val="lt1"/>
                </a:solidFill>
                <a:latin typeface="Calibri Light"/>
                <a:ea typeface="Arial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3600" b="0" u="none" strike="noStrike" cap="all">
                <a:solidFill>
                  <a:schemeClr val="lt1"/>
                </a:solidFill>
                <a:latin typeface="Calibri Light"/>
                <a:ea typeface="Arial"/>
              </a:rPr>
              <a:t>Click to edit Master title style</a:t>
            </a:r>
            <a:endParaRPr lang="en-US" sz="3600" b="0" u="none" strike="noStrike" cap="all">
              <a:solidFill>
                <a:schemeClr val="lt1"/>
              </a:solidFill>
              <a:latin typeface="Calibri Light"/>
            </a:endParaRPr>
          </a:p>
        </p:txBody>
      </p:sp>
      <p:sp>
        <p:nvSpPr>
          <p:cNvPr id="594599532" name="PlaceHolder 2"/>
          <p:cNvSpPr>
            <a:spLocks noGrp="1"/>
          </p:cNvSpPr>
          <p:nvPr>
            <p:ph type="body"/>
          </p:nvPr>
        </p:nvSpPr>
        <p:spPr bwMode="auto">
          <a:xfrm>
            <a:off x="685800" y="2142000"/>
            <a:ext cx="10130760" cy="364824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 lang="en-US" sz="1800" b="0" u="none" strike="noStrike">
                <a:solidFill>
                  <a:schemeClr val="lt1"/>
                </a:solidFill>
                <a:latin typeface="Calibri"/>
                <a:ea typeface="Arial"/>
              </a:defRPr>
            </a:lvl1pPr>
            <a:lvl2pPr lvl="1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 lang="en-US" sz="1600" b="0" u="none" strike="noStrike">
                <a:solidFill>
                  <a:schemeClr val="lt1"/>
                </a:solidFill>
                <a:latin typeface="Calibri"/>
                <a:ea typeface="Arial"/>
              </a:defRPr>
            </a:lvl2pPr>
            <a:lvl3pPr lvl="2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 lang="en-US" sz="1400" b="0" u="none" strike="noStrike">
                <a:solidFill>
                  <a:schemeClr val="lt1"/>
                </a:solidFill>
                <a:latin typeface="Calibri"/>
                <a:ea typeface="Arial"/>
              </a:defRPr>
            </a:lvl3pPr>
            <a:lvl4pPr lvl="3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 lang="en-US" sz="1200" b="0" u="none" strike="noStrike">
                <a:solidFill>
                  <a:schemeClr val="lt1"/>
                </a:solidFill>
                <a:latin typeface="Calibri"/>
                <a:ea typeface="Arial"/>
              </a:defRPr>
            </a:lvl4pPr>
            <a:lvl5pPr lvl="4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 lang="en-US" sz="1200" b="0" u="none" strike="noStrike">
                <a:solidFill>
                  <a:schemeClr val="lt1"/>
                </a:solidFill>
                <a:latin typeface="Calibri"/>
                <a:ea typeface="Arial"/>
              </a:defRPr>
            </a:lvl5pPr>
          </a:lstStyle>
          <a:p>
            <a:pPr marL="285840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/>
            </a:pPr>
            <a:r>
              <a:rPr lang="en-US" sz="1800" b="0" u="none" strike="noStrike">
                <a:solidFill>
                  <a:schemeClr val="lt1"/>
                </a:solidFill>
                <a:latin typeface="Calibri"/>
                <a:ea typeface="Arial"/>
              </a:rPr>
              <a:t>Click to edit Master text styles</a:t>
            </a:r>
            <a:endParaRPr lang="en-US" sz="1800" b="0" u="none" strike="noStrike">
              <a:solidFill>
                <a:schemeClr val="lt1"/>
              </a:solidFill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/>
            </a:pPr>
            <a:r>
              <a:rPr lang="en-US" sz="1600" b="0" u="none" strike="noStrike">
                <a:solidFill>
                  <a:schemeClr val="lt1"/>
                </a:solidFill>
                <a:latin typeface="Calibri"/>
                <a:ea typeface="Arial"/>
              </a:rPr>
              <a:t>Second level</a:t>
            </a:r>
            <a:endParaRPr lang="en-US" sz="1600" b="0" u="none" strike="noStrike">
              <a:solidFill>
                <a:schemeClr val="lt1"/>
              </a:solidFill>
              <a:latin typeface="Calibri"/>
            </a:endParaRPr>
          </a:p>
          <a:p>
            <a:pPr marL="1200240" lvl="2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/>
            </a:pPr>
            <a:r>
              <a:rPr lang="en-US" sz="1400" b="0" u="none" strike="noStrike">
                <a:solidFill>
                  <a:schemeClr val="lt1"/>
                </a:solidFill>
                <a:latin typeface="Calibri"/>
                <a:ea typeface="Arial"/>
              </a:rPr>
              <a:t>Third level</a:t>
            </a:r>
            <a:endParaRPr lang="en-US" sz="1400" b="0" u="none" strike="noStrike">
              <a:solidFill>
                <a:schemeClr val="lt1"/>
              </a:solidFill>
              <a:latin typeface="Calibri"/>
            </a:endParaRPr>
          </a:p>
          <a:p>
            <a:pPr marL="1542960" lvl="3" indent="-17136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/>
            </a:pPr>
            <a:r>
              <a:rPr lang="en-US" sz="1200" b="0" u="none" strike="noStrike">
                <a:solidFill>
                  <a:schemeClr val="lt1"/>
                </a:solidFill>
                <a:latin typeface="Calibri"/>
                <a:ea typeface="Arial"/>
              </a:rPr>
              <a:t>Fourth level</a:t>
            </a:r>
            <a:endParaRPr lang="en-US" sz="1200" b="0" u="none" strike="noStrike">
              <a:solidFill>
                <a:schemeClr val="lt1"/>
              </a:solidFill>
              <a:latin typeface="Calibri"/>
            </a:endParaRPr>
          </a:p>
          <a:p>
            <a:pPr marL="2000160" lvl="4" indent="-17136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/>
            </a:pPr>
            <a:r>
              <a:rPr lang="en-US" sz="1200" b="0" u="none" strike="noStrike">
                <a:solidFill>
                  <a:schemeClr val="lt1"/>
                </a:solidFill>
                <a:latin typeface="Calibri"/>
                <a:ea typeface="Arial"/>
              </a:rPr>
              <a:t>Fifth level</a:t>
            </a:r>
            <a:endParaRPr lang="en-US" sz="1200" b="0" u="none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42212990" name="PlaceHolder 3"/>
          <p:cNvSpPr>
            <a:spLocks noGrp="1"/>
          </p:cNvSpPr>
          <p:nvPr>
            <p:ph type="dt" idx="49"/>
          </p:nvPr>
        </p:nvSpPr>
        <p:spPr bwMode="auto">
          <a:xfrm>
            <a:off x="8589600" y="5870520"/>
            <a:ext cx="159948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lt1"/>
                </a:solidFill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000" b="0" u="none" strike="noStrike">
                <a:solidFill>
                  <a:schemeClr val="lt1"/>
                </a:solidFill>
                <a:latin typeface="Calibri"/>
                <a:ea typeface="Arial"/>
              </a:rPr>
              <a:t>&lt;date/time&gt;</a:t>
            </a:r>
            <a:endParaRPr lang="en-US" sz="10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84337150" name="PlaceHolder 4"/>
          <p:cNvSpPr>
            <a:spLocks noGrp="1"/>
          </p:cNvSpPr>
          <p:nvPr>
            <p:ph type="ftr" idx="50"/>
          </p:nvPr>
        </p:nvSpPr>
        <p:spPr bwMode="auto">
          <a:xfrm>
            <a:off x="685800" y="5870520"/>
            <a:ext cx="782676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rgbClr val="FFFFFF"/>
                </a:solidFill>
                <a:latin typeface="Times New Roman"/>
              </a:rPr>
              <a:t>&lt;footer&gt;</a:t>
            </a:r>
          </a:p>
        </p:txBody>
      </p:sp>
      <p:sp>
        <p:nvSpPr>
          <p:cNvPr id="1338770751" name="PlaceHolder 5"/>
          <p:cNvSpPr>
            <a:spLocks noGrp="1"/>
          </p:cNvSpPr>
          <p:nvPr>
            <p:ph type="sldNum" idx="51"/>
          </p:nvPr>
        </p:nvSpPr>
        <p:spPr bwMode="auto">
          <a:xfrm>
            <a:off x="10266120" y="5870520"/>
            <a:ext cx="55044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lt1"/>
                </a:solidFill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6193A532-4B16-4941-BBEE-75C24EEE2B43}" type="slidenum">
              <a:rPr lang="en-US" sz="1000" b="0" u="none" strike="noStrike">
                <a:solidFill>
                  <a:schemeClr val="lt1"/>
                </a:solidFill>
                <a:latin typeface="Calibri"/>
                <a:ea typeface="Arial"/>
              </a:rPr>
              <a:t>‹#›</a:t>
            </a:fld>
            <a:endParaRPr lang="en-US" sz="1000" b="0" u="none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2816155" name="PlaceHolder 1"/>
          <p:cNvSpPr>
            <a:spLocks noGrp="1"/>
          </p:cNvSpPr>
          <p:nvPr>
            <p:ph type="subTitle"/>
          </p:nvPr>
        </p:nvSpPr>
        <p:spPr bwMode="auto">
          <a:xfrm>
            <a:off x="1287000" y="5255280"/>
            <a:ext cx="10904400" cy="501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lstStyle/>
          <a:p>
            <a:pPr indent="0" algn="r" defTabSz="457200">
              <a:lnSpc>
                <a:spcPct val="100000"/>
              </a:lnSpc>
              <a:spcAft>
                <a:spcPts val="1001"/>
              </a:spcAft>
              <a:buNone/>
              <a:tabLst>
                <a:tab pos="0" algn="l"/>
              </a:tabLst>
              <a:defRPr/>
            </a:pPr>
            <a:r>
              <a:rPr lang="en-US" sz="2800" b="1" u="none" strike="noStrike" cap="all">
                <a:solidFill>
                  <a:schemeClr val="lt1"/>
                </a:solidFill>
                <a:latin typeface="Times New Roman"/>
                <a:ea typeface="Arial"/>
              </a:rPr>
              <a:t>Gabrielle , Micah , Thomas, and Izaiah </a:t>
            </a:r>
            <a:endParaRPr lang="en-US" sz="2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7653816" name="Picture 7" descr="A blue text on a black background&#10;&#10;Description automatically generated"/>
          <p:cNvSpPr/>
          <p:nvPr/>
        </p:nvSpPr>
        <p:spPr bwMode="auto">
          <a:xfrm>
            <a:off x="109440" y="1417320"/>
            <a:ext cx="11972520" cy="3621240"/>
          </a:xfrm>
          <a:prstGeom prst="roundRect">
            <a:avLst>
              <a:gd name="adj" fmla="val 4380"/>
            </a:avLst>
          </a:prstGeom>
          <a:blipFill rotWithShape="0">
            <a:blip r:embed="rId4"/>
            <a:stretch/>
          </a:blipFill>
          <a:ln w="50800" cap="sq">
            <a:solidFill>
              <a:srgbClr val="FFFFFF"/>
            </a:solidFill>
            <a:miter/>
          </a:ln>
          <a:effectLst>
            <a:outerShdw blurRad="254160" algn="tl" rotWithShape="0">
              <a:srgbClr val="000000">
                <a:alpha val="43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0516690" name="PlaceHolder 1"/>
          <p:cNvSpPr>
            <a:spLocks noGrp="1"/>
          </p:cNvSpPr>
          <p:nvPr>
            <p:ph type="title"/>
          </p:nvPr>
        </p:nvSpPr>
        <p:spPr bwMode="auto">
          <a:xfrm>
            <a:off x="1002240" y="-304800"/>
            <a:ext cx="10005840" cy="137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2500"/>
          </a:bodyPr>
          <a:lstStyle/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5400" b="1" u="none" strike="noStrike" cap="all" dirty="0">
                <a:solidFill>
                  <a:schemeClr val="lt1"/>
                </a:solidFill>
                <a:latin typeface="Times New Roman"/>
                <a:ea typeface="Arial"/>
              </a:rPr>
              <a:t>How the system operates</a:t>
            </a:r>
            <a:endParaRPr lang="en-US" sz="5400" b="0" u="none" strike="noStrike" cap="all" dirty="0">
              <a:solidFill>
                <a:schemeClr val="lt1"/>
              </a:solidFill>
              <a:latin typeface="Calibri Light"/>
            </a:endParaRPr>
          </a:p>
        </p:txBody>
      </p:sp>
      <p:sp>
        <p:nvSpPr>
          <p:cNvPr id="1723426621" name="PlaceHolder 2"/>
          <p:cNvSpPr>
            <a:spLocks noGrp="1"/>
          </p:cNvSpPr>
          <p:nvPr>
            <p:ph/>
          </p:nvPr>
        </p:nvSpPr>
        <p:spPr bwMode="auto">
          <a:xfrm>
            <a:off x="650520" y="1204920"/>
            <a:ext cx="10709280" cy="5362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marL="285840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/>
            </a:pPr>
            <a:r>
              <a:rPr lang="en-US" sz="2000" b="1" u="none" strike="noStrike" dirty="0">
                <a:solidFill>
                  <a:schemeClr val="lt1"/>
                </a:solidFill>
                <a:latin typeface="Times New Roman"/>
                <a:ea typeface="Arial"/>
              </a:rPr>
              <a:t>Client-Server Architecture:</a:t>
            </a:r>
            <a:r>
              <a:rPr lang="en-US" sz="2000" b="0" u="none" strike="noStrike" dirty="0">
                <a:solidFill>
                  <a:schemeClr val="lt1"/>
                </a:solidFill>
                <a:latin typeface="Times New Roman"/>
                <a:ea typeface="Arial"/>
              </a:rPr>
              <a:t> One Raspberry Pi acts as the </a:t>
            </a:r>
            <a:r>
              <a:rPr lang="en-US" sz="2000" b="1" u="none" strike="noStrike" dirty="0">
                <a:solidFill>
                  <a:schemeClr val="lt1"/>
                </a:solidFill>
                <a:latin typeface="Times New Roman"/>
                <a:ea typeface="Arial"/>
              </a:rPr>
              <a:t>Host</a:t>
            </a:r>
            <a:r>
              <a:rPr lang="en-US" sz="2000" b="0" u="none" strike="noStrike" dirty="0">
                <a:solidFill>
                  <a:schemeClr val="lt1"/>
                </a:solidFill>
                <a:latin typeface="Times New Roman"/>
                <a:ea typeface="Arial"/>
              </a:rPr>
              <a:t> (the brain), while all other </a:t>
            </a:r>
            <a:r>
              <a:rPr lang="en-US" sz="2000" b="0" u="none" strike="noStrike" dirty="0" err="1">
                <a:solidFill>
                  <a:schemeClr val="lt1"/>
                </a:solidFill>
                <a:latin typeface="Times New Roman"/>
                <a:ea typeface="Arial"/>
              </a:rPr>
              <a:t>Pis</a:t>
            </a:r>
            <a:r>
              <a:rPr lang="en-US" sz="2000" b="0" u="none" strike="noStrike" dirty="0">
                <a:solidFill>
                  <a:schemeClr val="lt1"/>
                </a:solidFill>
                <a:latin typeface="Times New Roman"/>
                <a:ea typeface="Arial"/>
              </a:rPr>
              <a:t> connect as </a:t>
            </a:r>
            <a:r>
              <a:rPr lang="en-US" sz="2000" b="1" u="none" strike="noStrike" dirty="0">
                <a:solidFill>
                  <a:schemeClr val="lt1"/>
                </a:solidFill>
                <a:latin typeface="Times New Roman"/>
                <a:ea typeface="Arial"/>
              </a:rPr>
              <a:t>Clients</a:t>
            </a:r>
            <a:r>
              <a:rPr lang="en-US" sz="2000" b="0" u="none" strike="noStrike" dirty="0">
                <a:solidFill>
                  <a:schemeClr val="lt1"/>
                </a:solidFill>
                <a:latin typeface="Times New Roman"/>
                <a:ea typeface="Arial"/>
              </a:rPr>
              <a:t> (the controllers).</a:t>
            </a:r>
            <a:endParaRPr lang="en-US" sz="2000" b="0" u="none" strike="noStrike" dirty="0">
              <a:solidFill>
                <a:schemeClr val="lt1"/>
              </a:solidFill>
              <a:latin typeface="Calibri"/>
            </a:endParaRPr>
          </a:p>
          <a:p>
            <a:pPr marL="285840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/>
            </a:pPr>
            <a:r>
              <a:rPr lang="en-US" sz="2000" b="1" u="none" strike="noStrike" dirty="0">
                <a:solidFill>
                  <a:schemeClr val="lt1"/>
                </a:solidFill>
                <a:latin typeface="Times New Roman"/>
                <a:ea typeface="Arial"/>
              </a:rPr>
              <a:t>Star Topology:</a:t>
            </a:r>
            <a:r>
              <a:rPr lang="en-US" sz="2000" b="0" u="none" strike="noStrike" dirty="0">
                <a:solidFill>
                  <a:schemeClr val="lt1"/>
                </a:solidFill>
                <a:latin typeface="Times New Roman"/>
                <a:ea typeface="Arial"/>
              </a:rPr>
              <a:t> Every player communicates directly with the Host, ensuring all participants see the exact same game state at the same time.</a:t>
            </a:r>
            <a:endParaRPr lang="en-US" sz="2000" b="0" u="none" strike="noStrike" dirty="0">
              <a:solidFill>
                <a:schemeClr val="lt1"/>
              </a:solidFill>
              <a:latin typeface="Calibri"/>
            </a:endParaRPr>
          </a:p>
          <a:p>
            <a:pPr marL="285840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/>
            </a:pPr>
            <a:r>
              <a:rPr lang="en-US" sz="2000" b="1" i="0" u="none" strike="noStrike" cap="none" spc="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</a:rPr>
              <a:t>TCP/IP Networking:</a:t>
            </a:r>
            <a:r>
              <a:rPr lang="en-US" sz="2000" b="0" i="0" u="none" strike="noStrike" cap="none" spc="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</a:rPr>
              <a:t> Uses the Transmission Control Protocol (TCP) over port 65432 to ensure game data, player actions, and scores arrive reliably and in the correct order across the local network.</a:t>
            </a:r>
            <a:endParaRPr lang="en-US" sz="2000" b="0" u="none" strike="noStrike" dirty="0">
              <a:solidFill>
                <a:schemeClr val="lt1"/>
              </a:solidFill>
              <a:latin typeface="Calibri"/>
            </a:endParaRPr>
          </a:p>
          <a:p>
            <a:pPr marL="285840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/>
            </a:pPr>
            <a:r>
              <a:rPr lang="en-US" sz="2000" b="1" u="none" strike="noStrike" dirty="0">
                <a:solidFill>
                  <a:schemeClr val="lt1"/>
                </a:solidFill>
                <a:latin typeface="Times New Roman"/>
                <a:ea typeface="Arial"/>
              </a:rPr>
              <a:t>Terminal Rendering:</a:t>
            </a:r>
            <a:r>
              <a:rPr lang="en-US" sz="2000" b="0" u="none" strike="noStrike" dirty="0">
                <a:solidFill>
                  <a:schemeClr val="lt1"/>
                </a:solidFill>
                <a:latin typeface="Times New Roman"/>
                <a:ea typeface="Arial"/>
              </a:rPr>
              <a:t> Instead of heavy graphics, the system uses the </a:t>
            </a:r>
            <a:r>
              <a:rPr lang="en-US" sz="2000" b="1" u="none" strike="noStrike" dirty="0">
                <a:solidFill>
                  <a:schemeClr val="lt1"/>
                </a:solidFill>
                <a:latin typeface="Times New Roman"/>
                <a:ea typeface="Arial"/>
              </a:rPr>
              <a:t>Curses library</a:t>
            </a:r>
            <a:r>
              <a:rPr lang="en-US" sz="2000" b="0" u="none" strike="noStrike" dirty="0">
                <a:solidFill>
                  <a:schemeClr val="lt1"/>
                </a:solidFill>
                <a:latin typeface="Times New Roman"/>
                <a:ea typeface="Arial"/>
              </a:rPr>
              <a:t> to "draw" game boards and animations using text characters and colors.</a:t>
            </a:r>
            <a:endParaRPr lang="en-US" sz="2000" b="0" u="none" strike="noStrike" dirty="0">
              <a:solidFill>
                <a:schemeClr val="lt1"/>
              </a:solidFill>
              <a:latin typeface="Calibri"/>
            </a:endParaRPr>
          </a:p>
          <a:p>
            <a:pPr marL="285840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/>
            </a:pPr>
            <a:r>
              <a:rPr lang="en-US" sz="2000" b="1" u="none" strike="noStrike" dirty="0">
                <a:solidFill>
                  <a:schemeClr val="lt1"/>
                </a:solidFill>
                <a:latin typeface="Times New Roman"/>
                <a:ea typeface="Arial"/>
              </a:rPr>
              <a:t>Non-Blocking Input:</a:t>
            </a:r>
            <a:r>
              <a:rPr lang="en-US" sz="2000" b="0" u="none" strike="noStrike" dirty="0">
                <a:solidFill>
                  <a:schemeClr val="lt1"/>
                </a:solidFill>
                <a:latin typeface="Times New Roman"/>
                <a:ea typeface="Arial"/>
              </a:rPr>
              <a:t> The system is programmed to keep the game moving (like ghosts chasing you) even if a player isn't pressing any buttons.</a:t>
            </a:r>
            <a:endParaRPr lang="en-US" sz="2000" b="0" u="none" strike="noStrike" dirty="0">
              <a:solidFill>
                <a:schemeClr val="lt1"/>
              </a:solidFill>
              <a:latin typeface="Calibri"/>
            </a:endParaRPr>
          </a:p>
          <a:p>
            <a:pPr marL="285840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/>
            </a:pPr>
            <a:r>
              <a:rPr lang="en-US" sz="2000" b="1" u="none" strike="noStrike" dirty="0">
                <a:solidFill>
                  <a:schemeClr val="lt1"/>
                </a:solidFill>
                <a:latin typeface="Times New Roman"/>
                <a:ea typeface="Arial"/>
              </a:rPr>
              <a:t>Automated Logic:</a:t>
            </a:r>
            <a:r>
              <a:rPr lang="en-US" sz="2000" b="0" u="none" strike="noStrike" dirty="0">
                <a:solidFill>
                  <a:schemeClr val="lt1"/>
                </a:solidFill>
                <a:latin typeface="Times New Roman"/>
                <a:ea typeface="Arial"/>
              </a:rPr>
              <a:t> The Host runs pathfinding algorithms (BFS) for enemies, ensuring the game provides a consistent challenge for all connected players.</a:t>
            </a:r>
            <a:endParaRPr lang="en-US" sz="2000" b="0" u="none" strike="noStrike" dirty="0">
              <a:solidFill>
                <a:schemeClr val="lt1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744347" name="PlaceHolder 1"/>
          <p:cNvSpPr>
            <a:spLocks noGrp="1"/>
          </p:cNvSpPr>
          <p:nvPr>
            <p:ph type="title"/>
          </p:nvPr>
        </p:nvSpPr>
        <p:spPr bwMode="auto">
          <a:xfrm>
            <a:off x="975240" y="0"/>
            <a:ext cx="10005840" cy="1379520"/>
          </a:xfrm>
          <a:prstGeom prst="rect">
            <a:avLst/>
          </a:prstGeom>
          <a:noFill/>
          <a:ln w="0">
            <a:noFill/>
          </a:ln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normAutofit/>
          </a:bodyPr>
          <a:lstStyle/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5000" b="1" i="0" u="none" strike="noStrike" cap="all" spc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</a:rPr>
              <a:t>Authentication Security</a:t>
            </a:r>
            <a:endParaRPr lang="en-US" sz="5400" b="0" u="none" strike="noStrike" cap="all">
              <a:solidFill>
                <a:schemeClr val="lt1"/>
              </a:solidFill>
              <a:latin typeface="Calibri Light"/>
            </a:endParaRPr>
          </a:p>
        </p:txBody>
      </p:sp>
      <p:sp>
        <p:nvSpPr>
          <p:cNvPr id="1430289986" name="PlaceHolder 2"/>
          <p:cNvSpPr>
            <a:spLocks noGrp="1"/>
          </p:cNvSpPr>
          <p:nvPr>
            <p:ph/>
          </p:nvPr>
        </p:nvSpPr>
        <p:spPr bwMode="auto">
          <a:xfrm>
            <a:off x="649222" y="1052284"/>
            <a:ext cx="10709280" cy="5361212"/>
          </a:xfrm>
          <a:prstGeom prst="rect">
            <a:avLst/>
          </a:prstGeom>
          <a:noFill/>
          <a:ln w="0">
            <a:noFill/>
          </a:ln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noAutofit/>
          </a:bodyPr>
          <a:lstStyle/>
          <a:p>
            <a:pPr marL="0" indent="0" algn="l" defTabSz="457200">
              <a:lnSpc>
                <a:spcPct val="100000"/>
              </a:lnSpc>
              <a:spcAft>
                <a:spcPts val="999"/>
              </a:spcAft>
              <a:buClr>
                <a:srgbClr val="FFFFFF"/>
              </a:buClr>
              <a:buFont typeface="Arial"/>
              <a:buNone/>
              <a:defRPr/>
            </a:pPr>
            <a:r>
              <a:rPr lang="en-US" sz="2400" b="1" i="0" u="none" strike="noStrike" cap="none" spc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</a:rPr>
              <a:t>Purpose: </a:t>
            </a:r>
            <a:r>
              <a:rPr lang="en-US" sz="2400" b="0" i="0" u="none" strike="noStrike" cap="none" spc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</a:rPr>
              <a:t>Demonstrates secure authentication and credential handling across the LAN.</a:t>
            </a:r>
            <a:endParaRPr sz="2600" b="0" u="none" strike="noStrike">
              <a:solidFill>
                <a:schemeClr val="lt1"/>
              </a:solidFill>
              <a:latin typeface="Times New Roman"/>
              <a:ea typeface="Arial"/>
            </a:endParaRPr>
          </a:p>
          <a:p>
            <a:pPr marL="0" indent="0" algn="l" defTabSz="457200">
              <a:lnSpc>
                <a:spcPct val="100000"/>
              </a:lnSpc>
              <a:spcAft>
                <a:spcPts val="999"/>
              </a:spcAft>
              <a:buClr>
                <a:srgbClr val="FFFFFF"/>
              </a:buClr>
              <a:buFont typeface="Arial"/>
              <a:buNone/>
              <a:defRPr/>
            </a:pPr>
            <a:r>
              <a:rPr lang="en-US" sz="2600" b="1" i="0" u="none" strike="noStrike" cap="none" spc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</a:rPr>
              <a:t>Python Functions &amp; Logic:</a:t>
            </a:r>
            <a:endParaRPr sz="2600" b="1" u="none" strike="noStrike">
              <a:solidFill>
                <a:schemeClr val="lt1"/>
              </a:solidFill>
              <a:latin typeface="Times New Roman"/>
              <a:ea typeface="Arial"/>
            </a:endParaRPr>
          </a:p>
          <a:p>
            <a:pPr marL="285840" indent="-285840" algn="l" defTabSz="457200">
              <a:lnSpc>
                <a:spcPct val="100000"/>
              </a:lnSpc>
              <a:spcAft>
                <a:spcPts val="999"/>
              </a:spcAft>
              <a:buClr>
                <a:srgbClr val="FFFFFF"/>
              </a:buClr>
              <a:buFont typeface="Arial"/>
              <a:buChar char="•"/>
              <a:defRPr/>
            </a:pPr>
            <a:r>
              <a:rPr lang="en-US" sz="2600" b="1" i="0" u="none" strike="noStrike" cap="none" spc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</a:rPr>
              <a:t>SHA-256 Hashing (hashlib.sha256()): </a:t>
            </a:r>
            <a:r>
              <a:rPr lang="en-US" sz="2600" b="0" i="0" u="none" strike="noStrike" cap="none" spc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</a:rPr>
              <a:t>Converts session passwords into fixed-length cryptographic hashes before transmission.</a:t>
            </a:r>
            <a:endParaRPr sz="2600" b="1" i="0" u="none" strike="noStrike" cap="none" spc="0">
              <a:solidFill>
                <a:schemeClr val="lt1"/>
              </a:solidFill>
              <a:latin typeface="Times New Roman"/>
              <a:ea typeface="Times New Roman"/>
              <a:cs typeface="Times New Roman"/>
            </a:endParaRPr>
          </a:p>
          <a:p>
            <a:pPr marL="285840" indent="-285840" algn="l" defTabSz="457200">
              <a:lnSpc>
                <a:spcPct val="100000"/>
              </a:lnSpc>
              <a:spcAft>
                <a:spcPts val="999"/>
              </a:spcAft>
              <a:buClr>
                <a:srgbClr val="FFFFFF"/>
              </a:buClr>
              <a:buFont typeface="Arial"/>
              <a:buChar char="•"/>
              <a:defRPr/>
            </a:pPr>
            <a:r>
              <a:rPr lang="en-US" sz="2600" b="1" i="0" u="none" strike="noStrike" cap="none" spc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</a:rPr>
              <a:t>Client Authentication:</a:t>
            </a:r>
            <a:r>
              <a:rPr lang="en-US" sz="2600" b="0" i="0" u="none" strike="noStrike" cap="none" spc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</a:rPr>
              <a:t> Players must enter the correct session password before joining the host server.</a:t>
            </a:r>
            <a:endParaRPr sz="2600" b="0" i="0" u="none" strike="noStrike" cap="none" spc="0">
              <a:solidFill>
                <a:schemeClr val="lt1"/>
              </a:solidFill>
              <a:latin typeface="Times New Roman"/>
              <a:ea typeface="Times New Roman"/>
              <a:cs typeface="Times New Roman"/>
            </a:endParaRPr>
          </a:p>
          <a:p>
            <a:pPr marL="285840" lvl="0" indent="-285840" algn="l" defTabSz="457200">
              <a:lnSpc>
                <a:spcPct val="100000"/>
              </a:lnSpc>
              <a:spcAft>
                <a:spcPts val="999"/>
              </a:spcAft>
              <a:buClr>
                <a:srgbClr val="FFFFFF"/>
              </a:buClr>
              <a:buFont typeface="Arial"/>
              <a:buChar char="•"/>
              <a:defRPr/>
            </a:pPr>
            <a:r>
              <a:rPr lang="en-US" sz="2600" b="1" i="0" u="none" strike="noStrike" cap="none" spc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</a:rPr>
              <a:t>Secure Credential Handling: </a:t>
            </a:r>
            <a:r>
              <a:rPr lang="en-US" sz="2600" b="0" i="0" u="none" strike="noStrike" cap="none" spc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</a:rPr>
              <a:t>Plain-text passwords are never transmitted or stored directly by the application.</a:t>
            </a:r>
            <a:endParaRPr sz="2600" b="0" i="0" u="none" strike="noStrike" cap="none" spc="0">
              <a:solidFill>
                <a:schemeClr val="lt1"/>
              </a:solidFill>
              <a:latin typeface="Times New Roman"/>
              <a:ea typeface="Times New Roman"/>
              <a:cs typeface="Times New Roman"/>
            </a:endParaRPr>
          </a:p>
          <a:p>
            <a:pPr marL="285840" lvl="0" indent="-285840" algn="l" defTabSz="457200">
              <a:lnSpc>
                <a:spcPct val="100000"/>
              </a:lnSpc>
              <a:spcAft>
                <a:spcPts val="999"/>
              </a:spcAft>
              <a:buClr>
                <a:srgbClr val="FFFFFF"/>
              </a:buClr>
              <a:buFont typeface="Arial"/>
              <a:buChar char="•"/>
              <a:defRPr/>
            </a:pPr>
            <a:r>
              <a:rPr lang="en-US" sz="2600" b="1" i="0" u="none" strike="noStrike" cap="none" spc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</a:rPr>
              <a:t>Replay Resistance: </a:t>
            </a:r>
            <a:r>
              <a:rPr lang="en-US" sz="2600" b="0" i="0" u="none" strike="noStrike" cap="none" spc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</a:rPr>
              <a:t>Entering a previously intercepted hash directly will fail because the client hashes all input before transmission.</a:t>
            </a:r>
            <a:endParaRPr sz="2400" b="0" i="0" u="none" strike="noStrike" cap="none" spc="0">
              <a:solidFill>
                <a:schemeClr val="lt1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9438256" name="PlaceHolder 1"/>
          <p:cNvSpPr>
            <a:spLocks noGrp="1"/>
          </p:cNvSpPr>
          <p:nvPr>
            <p:ph type="title"/>
          </p:nvPr>
        </p:nvSpPr>
        <p:spPr bwMode="auto">
          <a:xfrm>
            <a:off x="975240" y="0"/>
            <a:ext cx="10005840" cy="1379520"/>
          </a:xfrm>
          <a:prstGeom prst="rect">
            <a:avLst/>
          </a:prstGeom>
          <a:noFill/>
          <a:ln w="0">
            <a:noFill/>
          </a:ln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normAutofit/>
          </a:bodyPr>
          <a:lstStyle/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5400" b="1" i="0" u="none" strike="noStrike" cap="all" spc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</a:rPr>
              <a:t>Network Defense</a:t>
            </a:r>
            <a:endParaRPr lang="en-US" sz="5400" b="0" u="none" strike="noStrike" cap="all">
              <a:solidFill>
                <a:schemeClr val="lt1"/>
              </a:solidFill>
              <a:latin typeface="Calibri Light"/>
            </a:endParaRPr>
          </a:p>
        </p:txBody>
      </p:sp>
      <p:sp>
        <p:nvSpPr>
          <p:cNvPr id="398853038" name="PlaceHolder 2"/>
          <p:cNvSpPr>
            <a:spLocks noGrp="1"/>
          </p:cNvSpPr>
          <p:nvPr>
            <p:ph/>
          </p:nvPr>
        </p:nvSpPr>
        <p:spPr bwMode="auto">
          <a:xfrm>
            <a:off x="649222" y="1052284"/>
            <a:ext cx="10709280" cy="5361212"/>
          </a:xfrm>
          <a:prstGeom prst="rect">
            <a:avLst/>
          </a:prstGeom>
          <a:noFill/>
          <a:ln w="0">
            <a:noFill/>
          </a:ln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noAutofit/>
          </a:bodyPr>
          <a:lstStyle/>
          <a:p>
            <a:pPr marL="0" indent="0" algn="l" defTabSz="457200">
              <a:lnSpc>
                <a:spcPct val="100000"/>
              </a:lnSpc>
              <a:spcAft>
                <a:spcPts val="999"/>
              </a:spcAft>
              <a:buClr>
                <a:srgbClr val="FFFFFF"/>
              </a:buClr>
              <a:buFont typeface="Arial"/>
              <a:buNone/>
              <a:defRPr/>
            </a:pPr>
            <a:r>
              <a:rPr lang="en-US" sz="1800" b="1" i="0" u="none" strike="noStrike" cap="none" spc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</a:rPr>
              <a:t>Purpose: </a:t>
            </a:r>
            <a:r>
              <a:rPr lang="en-US" sz="1800" b="0" i="0" u="none" strike="noStrike" cap="none" spc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</a:rPr>
              <a:t>Demonstrates defensive networking protections and security monitoring features.</a:t>
            </a:r>
            <a:endParaRPr sz="1800" b="0" u="none" strike="noStrike">
              <a:solidFill>
                <a:schemeClr val="lt1"/>
              </a:solidFill>
              <a:latin typeface="Times New Roman"/>
              <a:ea typeface="Arial"/>
            </a:endParaRPr>
          </a:p>
          <a:p>
            <a:pPr marL="0" indent="0" algn="l" defTabSz="457200">
              <a:lnSpc>
                <a:spcPct val="100000"/>
              </a:lnSpc>
              <a:spcAft>
                <a:spcPts val="999"/>
              </a:spcAft>
              <a:buClr>
                <a:srgbClr val="FFFFFF"/>
              </a:buClr>
              <a:buFont typeface="Arial"/>
              <a:buNone/>
              <a:defRPr/>
            </a:pPr>
            <a:r>
              <a:rPr lang="en-US" sz="2200" b="1" i="0" u="none" strike="noStrike" cap="none" spc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</a:rPr>
              <a:t>Python Functions &amp; Logic:</a:t>
            </a:r>
            <a:endParaRPr sz="2200" b="1" u="none" strike="noStrike">
              <a:solidFill>
                <a:schemeClr val="lt1"/>
              </a:solidFill>
              <a:latin typeface="Times New Roman"/>
              <a:ea typeface="Arial"/>
            </a:endParaRPr>
          </a:p>
          <a:p>
            <a:pPr marL="285840" indent="-285840" algn="l" defTabSz="457200">
              <a:lnSpc>
                <a:spcPct val="100000"/>
              </a:lnSpc>
              <a:spcAft>
                <a:spcPts val="999"/>
              </a:spcAft>
              <a:buClr>
                <a:srgbClr val="FFFFFF"/>
              </a:buClr>
              <a:buFont typeface="Arial"/>
              <a:buChar char="•"/>
              <a:defRPr/>
            </a:pPr>
            <a:r>
              <a:rPr lang="en-US" sz="2200" b="1" i="0" u="none" strike="noStrike" cap="none" spc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</a:rPr>
              <a:t>IP-Based Rate Limiting</a:t>
            </a:r>
            <a:r>
              <a:rPr lang="en-US" sz="2200" b="0" i="0" u="none" strike="noStrike" cap="none" spc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</a:rPr>
              <a:t>: Repeated failed authentication attempts permanently block the offending IP address for the remainder of the host session.</a:t>
            </a:r>
            <a:endParaRPr sz="2200" b="1" i="0" u="none" strike="noStrike" cap="none" spc="0">
              <a:solidFill>
                <a:schemeClr val="lt1"/>
              </a:solidFill>
              <a:latin typeface="Times New Roman"/>
              <a:ea typeface="Times New Roman"/>
              <a:cs typeface="Times New Roman"/>
            </a:endParaRPr>
          </a:p>
          <a:p>
            <a:pPr marL="285840" indent="-285840" algn="l" defTabSz="457200">
              <a:lnSpc>
                <a:spcPct val="100000"/>
              </a:lnSpc>
              <a:spcAft>
                <a:spcPts val="999"/>
              </a:spcAft>
              <a:buClr>
                <a:srgbClr val="FFFFFF"/>
              </a:buClr>
              <a:buFont typeface="Arial"/>
              <a:buChar char="•"/>
              <a:defRPr/>
            </a:pPr>
            <a:r>
              <a:rPr lang="en-US" sz="2200" b="1" i="0" u="none" strike="noStrike" cap="none" spc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</a:rPr>
              <a:t>Over-sized Packet Protection: </a:t>
            </a:r>
            <a:r>
              <a:rPr lang="en-US" sz="2200" b="0" i="0" u="none" strike="noStrike" cap="none" spc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</a:rPr>
              <a:t>Incoming messages exceeding the maximum allowed packet size are rejected safely to reduce denial-of-service and memory abuse risks.</a:t>
            </a:r>
            <a:endParaRPr sz="2200" b="0" i="0" u="none" strike="noStrike" cap="none" spc="0">
              <a:solidFill>
                <a:schemeClr val="lt1"/>
              </a:solidFill>
              <a:latin typeface="Times New Roman"/>
              <a:ea typeface="Times New Roman"/>
              <a:cs typeface="Times New Roman"/>
            </a:endParaRPr>
          </a:p>
          <a:p>
            <a:pPr marL="285840" lvl="0" indent="-285840" algn="l" defTabSz="457200">
              <a:lnSpc>
                <a:spcPct val="100000"/>
              </a:lnSpc>
              <a:spcAft>
                <a:spcPts val="999"/>
              </a:spcAft>
              <a:buClr>
                <a:srgbClr val="FFFFFF"/>
              </a:buClr>
              <a:buFont typeface="Arial"/>
              <a:buChar char="•"/>
              <a:defRPr/>
            </a:pPr>
            <a:r>
              <a:rPr lang="en-US" sz="2200" b="1" i="0" u="none" strike="noStrike" cap="none" spc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</a:rPr>
              <a:t>Security Event Logging: </a:t>
            </a:r>
            <a:r>
              <a:rPr lang="en-US" sz="2200" b="0" i="0" u="none" strike="noStrike" cap="none" spc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</a:rPr>
              <a:t>Successful joins, failed login attempts, rate-limit triggers, and disconnect events are persistently written to security.log.</a:t>
            </a:r>
            <a:endParaRPr sz="2200" b="0" i="0" u="none" strike="noStrike" cap="none" spc="0">
              <a:solidFill>
                <a:schemeClr val="lt1"/>
              </a:solidFill>
              <a:latin typeface="Times New Roman"/>
              <a:ea typeface="Times New Roman"/>
              <a:cs typeface="Times New Roman"/>
            </a:endParaRPr>
          </a:p>
          <a:p>
            <a:pPr marL="285840" lvl="0" indent="-285840" algn="l" defTabSz="457200">
              <a:lnSpc>
                <a:spcPct val="100000"/>
              </a:lnSpc>
              <a:spcAft>
                <a:spcPts val="999"/>
              </a:spcAft>
              <a:buClr>
                <a:srgbClr val="FFFFFF"/>
              </a:buClr>
              <a:buFont typeface="Arial"/>
              <a:buChar char="•"/>
              <a:defRPr/>
            </a:pPr>
            <a:r>
              <a:rPr lang="en-US" sz="2200" b="1" i="0" u="none" strike="noStrike" cap="none" spc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</a:rPr>
              <a:t>Defensive Socket Handling: </a:t>
            </a:r>
            <a:r>
              <a:rPr lang="en-US" sz="2200" b="0" i="0" u="none" strike="noStrike" cap="none" spc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</a:rPr>
              <a:t>Invalid join requests and malformed packets are rejected without crashing the server.</a:t>
            </a:r>
            <a:endParaRPr sz="2200" b="0" i="0" u="none" strike="noStrike" cap="none" spc="0">
              <a:solidFill>
                <a:schemeClr val="lt1"/>
              </a:solidFill>
              <a:latin typeface="Times New Roman"/>
              <a:ea typeface="Times New Roman"/>
              <a:cs typeface="Times New Roman"/>
            </a:endParaRPr>
          </a:p>
          <a:p>
            <a:pPr marL="285840" lvl="0" indent="-285840" algn="l" defTabSz="457200">
              <a:lnSpc>
                <a:spcPct val="100000"/>
              </a:lnSpc>
              <a:spcAft>
                <a:spcPts val="999"/>
              </a:spcAft>
              <a:buClr>
                <a:srgbClr val="FFFFFF"/>
              </a:buClr>
              <a:buFont typeface="Arial"/>
              <a:buChar char="•"/>
              <a:defRPr/>
            </a:pPr>
            <a:r>
              <a:rPr lang="en-US" sz="2200" b="1" i="0" u="none" strike="noStrike" cap="none" spc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</a:rPr>
              <a:t>Remaining Security Limitation: </a:t>
            </a:r>
            <a:r>
              <a:rPr lang="en-US" sz="2200" b="0" i="0" u="none" strike="noStrike" cap="none" spc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</a:rPr>
              <a:t>Replay-style attacks may still be possible if an attacker modifies the Python client or crafts custom packets using intercepted hash values.</a:t>
            </a:r>
            <a:endParaRPr sz="1800" b="0" i="0" u="none" strike="noStrike" cap="none" spc="0">
              <a:solidFill>
                <a:schemeClr val="lt1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9462746" name="PlaceHolder 1"/>
          <p:cNvSpPr>
            <a:spLocks noGrp="1"/>
          </p:cNvSpPr>
          <p:nvPr>
            <p:ph type="title"/>
          </p:nvPr>
        </p:nvSpPr>
        <p:spPr bwMode="auto">
          <a:xfrm>
            <a:off x="917640" y="0"/>
            <a:ext cx="10130760" cy="1455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5400" b="1" u="none" strike="noStrike" cap="all">
                <a:solidFill>
                  <a:schemeClr val="lt1"/>
                </a:solidFill>
                <a:latin typeface="Times New Roman"/>
                <a:ea typeface="Arial"/>
              </a:rPr>
              <a:t>Game 1: Heads or Tails</a:t>
            </a:r>
            <a:endParaRPr lang="en-US" sz="5400" b="0" u="none" strike="noStrike" cap="all">
              <a:solidFill>
                <a:schemeClr val="lt1"/>
              </a:solidFill>
              <a:latin typeface="Calibri Light"/>
            </a:endParaRPr>
          </a:p>
        </p:txBody>
      </p:sp>
      <p:sp>
        <p:nvSpPr>
          <p:cNvPr id="253150462" name="PlaceHolder 2"/>
          <p:cNvSpPr>
            <a:spLocks noGrp="1"/>
          </p:cNvSpPr>
          <p:nvPr>
            <p:ph/>
          </p:nvPr>
        </p:nvSpPr>
        <p:spPr bwMode="auto">
          <a:xfrm>
            <a:off x="293400" y="1227600"/>
            <a:ext cx="6325200" cy="5322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marL="285840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/>
            </a:pPr>
            <a:r>
              <a:rPr lang="en-US" sz="2000" b="1" u="none" strike="noStrike" dirty="0">
                <a:solidFill>
                  <a:schemeClr val="lt1"/>
                </a:solidFill>
                <a:latin typeface="Times New Roman"/>
                <a:ea typeface="Arial"/>
              </a:rPr>
              <a:t>Purpose:</a:t>
            </a:r>
            <a:r>
              <a:rPr lang="en-US" sz="2000" b="0" u="none" strike="noStrike" dirty="0">
                <a:solidFill>
                  <a:schemeClr val="lt1"/>
                </a:solidFill>
                <a:latin typeface="Times New Roman"/>
                <a:ea typeface="Arial"/>
              </a:rPr>
              <a:t> A quick-fire test of the network's ability to handle rapid-response binary choices and synchronized resolution.</a:t>
            </a:r>
            <a:endParaRPr lang="en-US" sz="2000" b="0" u="none" strike="noStrike" dirty="0">
              <a:solidFill>
                <a:schemeClr val="lt1"/>
              </a:solidFill>
              <a:latin typeface="Calibri"/>
            </a:endParaRPr>
          </a:p>
          <a:p>
            <a:pPr marL="285840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/>
            </a:pPr>
            <a:r>
              <a:rPr lang="en-US" sz="2000" b="1" u="none" strike="noStrike" dirty="0">
                <a:solidFill>
                  <a:schemeClr val="lt1"/>
                </a:solidFill>
                <a:latin typeface="Times New Roman"/>
                <a:ea typeface="Arial"/>
              </a:rPr>
              <a:t>Python Functions &amp; Logic:</a:t>
            </a:r>
            <a:endParaRPr lang="en-US" sz="2000" b="0" u="none" strike="noStrike" dirty="0">
              <a:solidFill>
                <a:schemeClr val="lt1"/>
              </a:solidFill>
              <a:latin typeface="Calibri"/>
            </a:endParaRPr>
          </a:p>
          <a:p>
            <a:pPr marL="285840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/>
            </a:pPr>
            <a:r>
              <a:rPr lang="en-US" sz="2000" b="0" u="none" strike="noStrike" dirty="0" err="1">
                <a:solidFill>
                  <a:schemeClr val="lt1"/>
                </a:solidFill>
                <a:latin typeface="Times New Roman"/>
                <a:ea typeface="Arial"/>
              </a:rPr>
              <a:t>random.choice</a:t>
            </a:r>
            <a:r>
              <a:rPr lang="en-US" sz="2000" b="0" u="none" strike="noStrike" dirty="0">
                <a:solidFill>
                  <a:schemeClr val="lt1"/>
                </a:solidFill>
                <a:latin typeface="Times New Roman"/>
                <a:ea typeface="Arial"/>
              </a:rPr>
              <a:t>(['Heads', 'Tails']): Used by the server to determine the winning outcome.</a:t>
            </a:r>
            <a:endParaRPr lang="en-US" sz="2000" b="0" u="none" strike="noStrike" dirty="0">
              <a:solidFill>
                <a:schemeClr val="lt1"/>
              </a:solidFill>
              <a:latin typeface="Calibri"/>
            </a:endParaRPr>
          </a:p>
          <a:p>
            <a:pPr marL="285840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/>
            </a:pPr>
            <a:r>
              <a:rPr lang="en-US" sz="2000" b="0" u="none" strike="noStrike" dirty="0">
                <a:solidFill>
                  <a:schemeClr val="lt1"/>
                </a:solidFill>
                <a:latin typeface="Times New Roman"/>
                <a:ea typeface="Arial"/>
              </a:rPr>
              <a:t>input().strip().upper(): Captures the player's choice and cleans the data before sending.</a:t>
            </a:r>
            <a:endParaRPr lang="en-US" sz="2000" b="0" u="none" strike="noStrike" dirty="0">
              <a:solidFill>
                <a:schemeClr val="lt1"/>
              </a:solidFill>
              <a:latin typeface="Calibri"/>
            </a:endParaRPr>
          </a:p>
          <a:p>
            <a:pPr marL="285840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/>
            </a:pPr>
            <a:r>
              <a:rPr lang="en-US" sz="2000" b="0" u="none" strike="noStrike" dirty="0" err="1">
                <a:solidFill>
                  <a:schemeClr val="lt1"/>
                </a:solidFill>
                <a:latin typeface="Times New Roman"/>
                <a:ea typeface="Arial"/>
              </a:rPr>
              <a:t>send_data</a:t>
            </a:r>
            <a:r>
              <a:rPr lang="en-US" sz="2000" b="0" u="none" strike="noStrike" dirty="0">
                <a:solidFill>
                  <a:schemeClr val="lt1"/>
                </a:solidFill>
                <a:latin typeface="Times New Roman"/>
                <a:ea typeface="Arial"/>
              </a:rPr>
              <a:t>() / </a:t>
            </a:r>
            <a:r>
              <a:rPr lang="en-US" sz="2000" b="0" u="none" strike="noStrike" dirty="0" err="1">
                <a:solidFill>
                  <a:schemeClr val="lt1"/>
                </a:solidFill>
                <a:latin typeface="Times New Roman"/>
                <a:ea typeface="Arial"/>
              </a:rPr>
              <a:t>recv_data</a:t>
            </a:r>
            <a:r>
              <a:rPr lang="en-US" sz="2000" b="0" u="none" strike="noStrike" dirty="0">
                <a:solidFill>
                  <a:schemeClr val="lt1"/>
                </a:solidFill>
                <a:latin typeface="Times New Roman"/>
                <a:ea typeface="Arial"/>
              </a:rPr>
              <a:t>(): Custom wrapper functions for </a:t>
            </a:r>
            <a:r>
              <a:rPr lang="en-US" sz="2000" b="0" u="none" strike="noStrike" dirty="0" err="1">
                <a:solidFill>
                  <a:schemeClr val="lt1"/>
                </a:solidFill>
                <a:latin typeface="Times New Roman"/>
                <a:ea typeface="Arial"/>
              </a:rPr>
              <a:t>socket.send</a:t>
            </a:r>
            <a:r>
              <a:rPr lang="en-US" sz="2000" b="0" u="none" strike="noStrike" dirty="0">
                <a:solidFill>
                  <a:schemeClr val="lt1"/>
                </a:solidFill>
                <a:latin typeface="Times New Roman"/>
                <a:ea typeface="Arial"/>
              </a:rPr>
              <a:t>() and </a:t>
            </a:r>
            <a:r>
              <a:rPr lang="en-US" sz="2000" b="0" u="none" strike="noStrike" dirty="0" err="1">
                <a:solidFill>
                  <a:schemeClr val="lt1"/>
                </a:solidFill>
                <a:latin typeface="Times New Roman"/>
                <a:ea typeface="Arial"/>
              </a:rPr>
              <a:t>socket.recv</a:t>
            </a:r>
            <a:r>
              <a:rPr lang="en-US" sz="2000" b="0" u="none" strike="noStrike" dirty="0">
                <a:solidFill>
                  <a:schemeClr val="lt1"/>
                </a:solidFill>
                <a:latin typeface="Times New Roman"/>
                <a:ea typeface="Arial"/>
              </a:rPr>
              <a:t>() to exchange JSON packets between the Pi and the Host.</a:t>
            </a:r>
            <a:endParaRPr lang="en-US" sz="2000" b="0" u="none" strike="noStrike" dirty="0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192381581" name="Picture 4" descr="A screenshot of a computer screen&#10;&#10;Description automatically generated"/>
          <p:cNvPicPr/>
          <p:nvPr/>
        </p:nvPicPr>
        <p:blipFill rotWithShape="1">
          <a:blip r:embed="rId3"/>
          <a:stretch/>
        </p:blipFill>
        <p:spPr bwMode="auto">
          <a:xfrm>
            <a:off x="6619320" y="2038320"/>
            <a:ext cx="5278680" cy="34189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4762807" name="PlaceHolder 1"/>
          <p:cNvSpPr>
            <a:spLocks noGrp="1"/>
          </p:cNvSpPr>
          <p:nvPr>
            <p:ph type="title"/>
          </p:nvPr>
        </p:nvSpPr>
        <p:spPr bwMode="auto">
          <a:xfrm>
            <a:off x="125640" y="-214200"/>
            <a:ext cx="11772000" cy="1455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5400" b="1" u="none" strike="noStrike" cap="all">
                <a:solidFill>
                  <a:schemeClr val="lt1"/>
                </a:solidFill>
                <a:latin typeface="Times New Roman"/>
                <a:ea typeface="Arial"/>
              </a:rPr>
              <a:t>Game 2: Rock, Paper, Scissors</a:t>
            </a:r>
            <a:endParaRPr lang="en-US" sz="5400" b="0" u="none" strike="noStrike" cap="all">
              <a:solidFill>
                <a:schemeClr val="lt1"/>
              </a:solidFill>
              <a:latin typeface="Calibri Light"/>
            </a:endParaRPr>
          </a:p>
        </p:txBody>
      </p:sp>
      <p:sp>
        <p:nvSpPr>
          <p:cNvPr id="910376715" name="PlaceHolder 2"/>
          <p:cNvSpPr>
            <a:spLocks noGrp="1"/>
          </p:cNvSpPr>
          <p:nvPr>
            <p:ph/>
          </p:nvPr>
        </p:nvSpPr>
        <p:spPr bwMode="auto">
          <a:xfrm>
            <a:off x="83522" y="1054445"/>
            <a:ext cx="6548619" cy="532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marL="285840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/>
            </a:pPr>
            <a:r>
              <a:rPr lang="en-US" sz="2400" b="1" u="none" strike="noStrike">
                <a:solidFill>
                  <a:schemeClr val="lt1"/>
                </a:solidFill>
                <a:latin typeface="Times New Roman"/>
                <a:ea typeface="Arial"/>
              </a:rPr>
              <a:t>Purpose:</a:t>
            </a:r>
            <a:r>
              <a:rPr lang="en-US" sz="2400" b="0" u="none" strike="noStrike">
                <a:solidFill>
                  <a:schemeClr val="lt1"/>
                </a:solidFill>
                <a:latin typeface="Times New Roman"/>
                <a:ea typeface="Arial"/>
              </a:rPr>
              <a:t> Demonstrates server-side logic validation where the Host must compare multiple client inputs against a central "AI" move.</a:t>
            </a:r>
            <a:endParaRPr lang="en-US" sz="2400" b="0" u="none" strike="noStrike">
              <a:solidFill>
                <a:schemeClr val="lt1"/>
              </a:solidFill>
              <a:latin typeface="Calibri"/>
            </a:endParaRPr>
          </a:p>
          <a:p>
            <a:pPr marL="285840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/>
            </a:pPr>
            <a:r>
              <a:rPr lang="en-US" sz="2400" b="1" u="none" strike="noStrike">
                <a:solidFill>
                  <a:schemeClr val="lt1"/>
                </a:solidFill>
                <a:latin typeface="Times New Roman"/>
                <a:ea typeface="Arial"/>
              </a:rPr>
              <a:t>Python Functions &amp; Logic:</a:t>
            </a:r>
            <a:endParaRPr lang="en-US" sz="2400" b="0" u="none" strike="noStrike">
              <a:solidFill>
                <a:schemeClr val="lt1"/>
              </a:solidFill>
              <a:latin typeface="Calibri"/>
            </a:endParaRPr>
          </a:p>
          <a:p>
            <a:pPr marL="285840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/>
            </a:pPr>
            <a:r>
              <a:rPr lang="en-US" sz="2400" b="1" u="none" strike="noStrike">
                <a:solidFill>
                  <a:schemeClr val="lt1"/>
                </a:solidFill>
                <a:latin typeface="Times New Roman"/>
                <a:ea typeface="Arial"/>
              </a:rPr>
              <a:t>Logic Mapping:</a:t>
            </a:r>
            <a:r>
              <a:rPr lang="en-US" sz="2400" b="0" u="none" strike="noStrike">
                <a:solidFill>
                  <a:schemeClr val="lt1"/>
                </a:solidFill>
                <a:latin typeface="Times New Roman"/>
                <a:ea typeface="Arial"/>
              </a:rPr>
              <a:t> Uses a Dictionary or Nested if/elif statements to define win/loss/tie conditions (e.g., if user == 'R' and computer == 'S').</a:t>
            </a:r>
            <a:endParaRPr lang="en-US" sz="2400" b="0" u="none" strike="noStrike">
              <a:solidFill>
                <a:schemeClr val="lt1"/>
              </a:solidFill>
              <a:latin typeface="Calibri"/>
            </a:endParaRPr>
          </a:p>
          <a:p>
            <a:pPr marL="285840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/>
            </a:pPr>
            <a:r>
              <a:rPr lang="en-US" sz="2400" b="0" u="none" strike="noStrike">
                <a:solidFill>
                  <a:schemeClr val="lt1"/>
                </a:solidFill>
                <a:latin typeface="Times New Roman"/>
                <a:ea typeface="Arial"/>
              </a:rPr>
              <a:t>json.dumps(): Converts the player's move into a string format that can be transmitted over the TCP socket.</a:t>
            </a:r>
            <a:endParaRPr lang="en-US" sz="2400" b="0" u="none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490310995" name="Picture 6" descr="A screen shot of a computer screen&#10;&#10;Description automatically generated"/>
          <p:cNvPicPr/>
          <p:nvPr/>
        </p:nvPicPr>
        <p:blipFill rotWithShape="1">
          <a:blip r:embed="rId3"/>
          <a:stretch/>
        </p:blipFill>
        <p:spPr bwMode="auto">
          <a:xfrm>
            <a:off x="6603840" y="2338920"/>
            <a:ext cx="5484240" cy="27054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1638481" name="PlaceHolder 1"/>
          <p:cNvSpPr>
            <a:spLocks noGrp="1"/>
          </p:cNvSpPr>
          <p:nvPr>
            <p:ph type="title"/>
          </p:nvPr>
        </p:nvSpPr>
        <p:spPr bwMode="auto">
          <a:xfrm>
            <a:off x="-78720" y="-16727"/>
            <a:ext cx="12349440" cy="135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5400" b="1" u="none" strike="noStrike" cap="all" dirty="0">
                <a:solidFill>
                  <a:schemeClr val="lt1"/>
                </a:solidFill>
                <a:latin typeface="Times New Roman"/>
                <a:ea typeface="Arial"/>
              </a:rPr>
              <a:t>Game 3: Number Guessing Game</a:t>
            </a:r>
            <a:endParaRPr lang="en-US" sz="5400" b="0" u="none" strike="noStrike" cap="all" dirty="0">
              <a:solidFill>
                <a:schemeClr val="lt1"/>
              </a:solidFill>
              <a:latin typeface="Calibri Light"/>
            </a:endParaRPr>
          </a:p>
        </p:txBody>
      </p:sp>
      <p:sp>
        <p:nvSpPr>
          <p:cNvPr id="1938227210" name="PlaceHolder 2"/>
          <p:cNvSpPr>
            <a:spLocks noGrp="1"/>
          </p:cNvSpPr>
          <p:nvPr>
            <p:ph/>
          </p:nvPr>
        </p:nvSpPr>
        <p:spPr bwMode="auto">
          <a:xfrm>
            <a:off x="178920" y="1160640"/>
            <a:ext cx="5837039" cy="549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lnSpcReduction="9999"/>
          </a:bodyPr>
          <a:lstStyle/>
          <a:p>
            <a:pPr marL="285840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/>
            </a:pPr>
            <a:r>
              <a:rPr lang="en-US" sz="2000" b="1" u="none" strike="noStrike" dirty="0">
                <a:solidFill>
                  <a:schemeClr val="lt1"/>
                </a:solidFill>
                <a:latin typeface="Times New Roman"/>
                <a:ea typeface="Arial"/>
              </a:rPr>
              <a:t>Purpose:</a:t>
            </a:r>
            <a:r>
              <a:rPr lang="en-US" sz="2000" b="0" u="none" strike="noStrike" dirty="0">
                <a:solidFill>
                  <a:schemeClr val="lt1"/>
                </a:solidFill>
                <a:latin typeface="Times New Roman"/>
                <a:ea typeface="Arial"/>
              </a:rPr>
              <a:t> Showcases mathematical processing and "Shortest Distance" algorithms to determine a winner among multiple participants.</a:t>
            </a:r>
            <a:endParaRPr lang="en-US" sz="2000" b="0" u="none" strike="noStrike" dirty="0">
              <a:solidFill>
                <a:schemeClr val="lt1"/>
              </a:solidFill>
              <a:latin typeface="Calibri"/>
            </a:endParaRPr>
          </a:p>
          <a:p>
            <a:pPr marL="285840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/>
            </a:pPr>
            <a:r>
              <a:rPr lang="en-US" sz="2000" b="1" u="none" strike="noStrike" dirty="0">
                <a:solidFill>
                  <a:schemeClr val="lt1"/>
                </a:solidFill>
                <a:latin typeface="Times New Roman"/>
                <a:ea typeface="Arial"/>
              </a:rPr>
              <a:t>Python Functions &amp; Logic:</a:t>
            </a:r>
            <a:endParaRPr lang="en-US" sz="2000" b="0" u="none" strike="noStrike" dirty="0">
              <a:solidFill>
                <a:schemeClr val="lt1"/>
              </a:solidFill>
              <a:latin typeface="Calibri"/>
            </a:endParaRPr>
          </a:p>
          <a:p>
            <a:pPr marL="285840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/>
            </a:pPr>
            <a:r>
              <a:rPr lang="en-US" sz="2000" b="0" u="none" strike="noStrike" dirty="0" err="1">
                <a:solidFill>
                  <a:schemeClr val="lt1"/>
                </a:solidFill>
                <a:latin typeface="Times New Roman"/>
                <a:ea typeface="Arial"/>
              </a:rPr>
              <a:t>random.randint</a:t>
            </a:r>
            <a:r>
              <a:rPr lang="en-US" sz="2000" b="0" u="none" strike="noStrike" dirty="0">
                <a:solidFill>
                  <a:schemeClr val="lt1"/>
                </a:solidFill>
                <a:latin typeface="Times New Roman"/>
                <a:ea typeface="Arial"/>
              </a:rPr>
              <a:t>(1, 100): Generates the secret target number on the Host machine.</a:t>
            </a:r>
            <a:endParaRPr lang="en-US" sz="2000" b="0" u="none" strike="noStrike" dirty="0">
              <a:solidFill>
                <a:schemeClr val="lt1"/>
              </a:solidFill>
              <a:latin typeface="Calibri"/>
            </a:endParaRPr>
          </a:p>
          <a:p>
            <a:pPr marL="285840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/>
            </a:pPr>
            <a:r>
              <a:rPr lang="en-US" sz="2000" b="0" u="none" strike="noStrike" dirty="0">
                <a:solidFill>
                  <a:schemeClr val="lt1"/>
                </a:solidFill>
                <a:latin typeface="Times New Roman"/>
                <a:ea typeface="Arial"/>
              </a:rPr>
              <a:t>abs(target - guess): The </a:t>
            </a:r>
            <a:r>
              <a:rPr lang="en-US" sz="2000" b="1" u="none" strike="noStrike" dirty="0">
                <a:solidFill>
                  <a:schemeClr val="lt1"/>
                </a:solidFill>
                <a:latin typeface="Times New Roman"/>
                <a:ea typeface="Arial"/>
              </a:rPr>
              <a:t>Absolute Value</a:t>
            </a:r>
            <a:r>
              <a:rPr lang="en-US" sz="2000" b="0" u="none" strike="noStrike" dirty="0">
                <a:solidFill>
                  <a:schemeClr val="lt1"/>
                </a:solidFill>
                <a:latin typeface="Times New Roman"/>
                <a:ea typeface="Arial"/>
              </a:rPr>
              <a:t> function calculates how far each player is from the target, regardless of whether they guessed too high or too low.</a:t>
            </a:r>
            <a:endParaRPr lang="en-US" sz="2000" b="0" u="none" strike="noStrike" dirty="0">
              <a:solidFill>
                <a:schemeClr val="lt1"/>
              </a:solidFill>
              <a:latin typeface="Calibri"/>
            </a:endParaRPr>
          </a:p>
          <a:p>
            <a:pPr marL="285840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/>
            </a:pPr>
            <a:r>
              <a:rPr lang="en-US" sz="2000" b="0" u="none" strike="noStrike" dirty="0">
                <a:solidFill>
                  <a:schemeClr val="lt1"/>
                </a:solidFill>
                <a:latin typeface="Times New Roman"/>
                <a:ea typeface="Arial"/>
              </a:rPr>
              <a:t>min(): Applied to a list of player distances to identify the "closest" guess and declare the round winner.</a:t>
            </a:r>
            <a:endParaRPr lang="en-US" sz="2000" b="0" u="none" strike="noStrike" dirty="0">
              <a:solidFill>
                <a:schemeClr val="lt1"/>
              </a:solidFill>
              <a:latin typeface="Calibri"/>
            </a:endParaRPr>
          </a:p>
          <a:p>
            <a:pPr indent="0" algn="l" defTabSz="457200">
              <a:lnSpc>
                <a:spcPct val="100000"/>
              </a:lnSpc>
              <a:spcAft>
                <a:spcPts val="1001"/>
              </a:spcAft>
              <a:buNone/>
              <a:tabLst>
                <a:tab pos="0" algn="l"/>
              </a:tabLst>
              <a:defRPr/>
            </a:pPr>
            <a:endParaRPr lang="en-US" sz="1800" b="0" u="none" strike="noStrike" dirty="0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823824592" name="Picture 4" descr="A purple and blue text&#10;&#10;Description automatically generated"/>
          <p:cNvPicPr/>
          <p:nvPr/>
        </p:nvPicPr>
        <p:blipFill rotWithShape="1">
          <a:blip r:embed="rId3"/>
          <a:srcRect t="8172" b="5617"/>
          <a:stretch/>
        </p:blipFill>
        <p:spPr bwMode="auto">
          <a:xfrm>
            <a:off x="5759640" y="2917440"/>
            <a:ext cx="6338160" cy="10440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0825104" name="PlaceHolder 1"/>
          <p:cNvSpPr>
            <a:spLocks noGrp="1"/>
          </p:cNvSpPr>
          <p:nvPr>
            <p:ph type="title"/>
          </p:nvPr>
        </p:nvSpPr>
        <p:spPr bwMode="auto">
          <a:xfrm>
            <a:off x="685800" y="-164160"/>
            <a:ext cx="10130760" cy="1455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5400" b="1" u="none" strike="noStrike" cap="all" dirty="0">
                <a:solidFill>
                  <a:schemeClr val="lt1"/>
                </a:solidFill>
                <a:latin typeface="Times New Roman"/>
                <a:ea typeface="Arial"/>
              </a:rPr>
              <a:t>GAME 4: Snake </a:t>
            </a:r>
            <a:endParaRPr lang="en-US" sz="5400" b="0" u="none" strike="noStrike" cap="all" dirty="0">
              <a:solidFill>
                <a:schemeClr val="lt1"/>
              </a:solidFill>
              <a:latin typeface="Calibri Light"/>
            </a:endParaRPr>
          </a:p>
        </p:txBody>
      </p:sp>
      <p:sp>
        <p:nvSpPr>
          <p:cNvPr id="128517395" name="PlaceHolder 2"/>
          <p:cNvSpPr>
            <a:spLocks noGrp="1"/>
          </p:cNvSpPr>
          <p:nvPr>
            <p:ph/>
          </p:nvPr>
        </p:nvSpPr>
        <p:spPr bwMode="auto">
          <a:xfrm>
            <a:off x="114480" y="1103400"/>
            <a:ext cx="6920640" cy="5753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19999"/>
          </a:bodyPr>
          <a:lstStyle/>
          <a:p>
            <a:pPr marL="285840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/>
            </a:pPr>
            <a:r>
              <a:rPr lang="en-US" sz="2200" b="1" u="none" strike="noStrike" dirty="0">
                <a:solidFill>
                  <a:schemeClr val="lt1"/>
                </a:solidFill>
                <a:latin typeface="Times New Roman"/>
                <a:ea typeface="Arial"/>
              </a:rPr>
              <a:t>Purpose:</a:t>
            </a:r>
            <a:r>
              <a:rPr lang="en-US" sz="2200" b="0" u="none" strike="noStrike" dirty="0">
                <a:solidFill>
                  <a:schemeClr val="lt1"/>
                </a:solidFill>
                <a:latin typeface="Times New Roman"/>
                <a:ea typeface="Arial"/>
              </a:rPr>
              <a:t> Demonstrates real-time coordination tracking and collision detection within a terminal environment. </a:t>
            </a:r>
            <a:endParaRPr lang="en-US" sz="2200" b="0" u="none" strike="noStrike" dirty="0">
              <a:solidFill>
                <a:schemeClr val="lt1"/>
              </a:solidFill>
              <a:latin typeface="Calibri"/>
            </a:endParaRPr>
          </a:p>
          <a:p>
            <a:pPr marL="285840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/>
            </a:pPr>
            <a:r>
              <a:rPr lang="en-US" sz="2200" b="1" u="none" strike="noStrike" dirty="0">
                <a:solidFill>
                  <a:schemeClr val="lt1"/>
                </a:solidFill>
                <a:latin typeface="Times New Roman"/>
                <a:ea typeface="Arial"/>
              </a:rPr>
              <a:t>Python Functions &amp; Logic:</a:t>
            </a:r>
            <a:endParaRPr lang="en-US" sz="2200" b="0" u="none" strike="noStrike" dirty="0">
              <a:solidFill>
                <a:schemeClr val="lt1"/>
              </a:solidFill>
              <a:latin typeface="Calibri"/>
            </a:endParaRPr>
          </a:p>
          <a:p>
            <a:pPr marL="285840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/>
            </a:pPr>
            <a:r>
              <a:rPr lang="en-US" sz="2200" b="1" u="none" strike="noStrike" dirty="0" err="1">
                <a:solidFill>
                  <a:schemeClr val="lt1"/>
                </a:solidFill>
                <a:latin typeface="Times New Roman"/>
                <a:ea typeface="Arial"/>
              </a:rPr>
              <a:t>curses.wrapper</a:t>
            </a:r>
            <a:r>
              <a:rPr lang="en-US" sz="2200" b="1" u="none" strike="noStrike" dirty="0">
                <a:solidFill>
                  <a:schemeClr val="lt1"/>
                </a:solidFill>
                <a:latin typeface="Times New Roman"/>
                <a:ea typeface="Arial"/>
              </a:rPr>
              <a:t>()</a:t>
            </a:r>
            <a:r>
              <a:rPr lang="en-US" sz="2200" b="0" u="none" strike="noStrike" dirty="0">
                <a:solidFill>
                  <a:schemeClr val="lt1"/>
                </a:solidFill>
                <a:latin typeface="Times New Roman"/>
                <a:ea typeface="Arial"/>
              </a:rPr>
              <a:t>: Switches the terminal into a "game window" that allows for colored graphics and exact positioning of characters. </a:t>
            </a:r>
            <a:endParaRPr lang="en-US" sz="2200" b="0" u="none" strike="noStrike" dirty="0">
              <a:solidFill>
                <a:schemeClr val="lt1"/>
              </a:solidFill>
              <a:latin typeface="Calibri"/>
            </a:endParaRPr>
          </a:p>
          <a:p>
            <a:pPr marL="285840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/>
            </a:pPr>
            <a:r>
              <a:rPr lang="en-US" sz="2200" b="1" u="none" strike="noStrike" dirty="0">
                <a:solidFill>
                  <a:schemeClr val="lt1"/>
                </a:solidFill>
                <a:latin typeface="Times New Roman"/>
                <a:ea typeface="Arial"/>
              </a:rPr>
              <a:t>Coordinate Management</a:t>
            </a:r>
            <a:r>
              <a:rPr lang="en-US" sz="2200" b="0" u="none" strike="noStrike" dirty="0">
                <a:solidFill>
                  <a:schemeClr val="lt1"/>
                </a:solidFill>
                <a:latin typeface="Times New Roman"/>
                <a:ea typeface="Arial"/>
              </a:rPr>
              <a:t>: Stores the snake's body as a </a:t>
            </a:r>
            <a:r>
              <a:rPr lang="en-US" sz="2200" b="1" u="none" strike="noStrike" dirty="0">
                <a:solidFill>
                  <a:schemeClr val="lt1"/>
                </a:solidFill>
                <a:latin typeface="Times New Roman"/>
                <a:ea typeface="Arial"/>
              </a:rPr>
              <a:t>list of (x, y) points</a:t>
            </a:r>
            <a:r>
              <a:rPr lang="en-US" sz="2200" b="0" u="none" strike="noStrike" dirty="0">
                <a:solidFill>
                  <a:schemeClr val="lt1"/>
                </a:solidFill>
                <a:latin typeface="Times New Roman"/>
                <a:ea typeface="Arial"/>
              </a:rPr>
              <a:t> to track every segment on the 28 X 14 grid. </a:t>
            </a:r>
            <a:endParaRPr lang="en-US" sz="2200" b="0" u="none" strike="noStrike" dirty="0">
              <a:solidFill>
                <a:schemeClr val="lt1"/>
              </a:solidFill>
              <a:latin typeface="Calibri"/>
            </a:endParaRPr>
          </a:p>
          <a:p>
            <a:pPr marL="285840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/>
            </a:pPr>
            <a:r>
              <a:rPr lang="en-US" sz="2200" b="1" u="none" strike="noStrike" dirty="0">
                <a:solidFill>
                  <a:schemeClr val="lt1"/>
                </a:solidFill>
                <a:latin typeface="Times New Roman"/>
                <a:ea typeface="Arial"/>
              </a:rPr>
              <a:t>_</a:t>
            </a:r>
            <a:r>
              <a:rPr lang="en-US" sz="2200" b="1" u="none" strike="noStrike" dirty="0" err="1">
                <a:solidFill>
                  <a:schemeClr val="lt1"/>
                </a:solidFill>
                <a:latin typeface="Times New Roman"/>
                <a:ea typeface="Arial"/>
              </a:rPr>
              <a:t>is_wall</a:t>
            </a:r>
            <a:r>
              <a:rPr lang="en-US" sz="2200" b="1" u="none" strike="noStrike" dirty="0">
                <a:solidFill>
                  <a:schemeClr val="lt1"/>
                </a:solidFill>
                <a:latin typeface="Times New Roman"/>
                <a:ea typeface="Arial"/>
              </a:rPr>
              <a:t>()</a:t>
            </a:r>
            <a:r>
              <a:rPr lang="en-US" sz="2200" b="0" u="none" strike="noStrike" dirty="0">
                <a:solidFill>
                  <a:schemeClr val="lt1"/>
                </a:solidFill>
                <a:latin typeface="Times New Roman"/>
                <a:ea typeface="Arial"/>
              </a:rPr>
              <a:t>: A boundary check that ends the game instantly if the snake's head hits the edge of the grid. </a:t>
            </a:r>
            <a:endParaRPr lang="en-US" sz="2200" b="0" u="none" strike="noStrike" dirty="0">
              <a:solidFill>
                <a:schemeClr val="lt1"/>
              </a:solidFill>
              <a:latin typeface="Calibri"/>
            </a:endParaRPr>
          </a:p>
          <a:p>
            <a:pPr marL="285840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/>
            </a:pPr>
            <a:r>
              <a:rPr lang="en-US" sz="2200" b="1" u="none" strike="noStrike" dirty="0">
                <a:solidFill>
                  <a:schemeClr val="lt1"/>
                </a:solidFill>
                <a:latin typeface="Times New Roman"/>
                <a:ea typeface="Arial"/>
              </a:rPr>
              <a:t>_</a:t>
            </a:r>
            <a:r>
              <a:rPr lang="en-US" sz="2200" b="1" u="none" strike="noStrike" dirty="0" err="1">
                <a:solidFill>
                  <a:schemeClr val="lt1"/>
                </a:solidFill>
                <a:latin typeface="Times New Roman"/>
                <a:ea typeface="Arial"/>
              </a:rPr>
              <a:t>spawn_apple</a:t>
            </a:r>
            <a:r>
              <a:rPr lang="en-US" sz="2200" b="1" u="none" strike="noStrike" dirty="0">
                <a:solidFill>
                  <a:schemeClr val="lt1"/>
                </a:solidFill>
                <a:latin typeface="Times New Roman"/>
                <a:ea typeface="Arial"/>
              </a:rPr>
              <a:t>()</a:t>
            </a:r>
            <a:r>
              <a:rPr lang="en-US" sz="2200" b="0" u="none" strike="noStrike" dirty="0">
                <a:solidFill>
                  <a:schemeClr val="lt1"/>
                </a:solidFill>
                <a:latin typeface="Times New Roman"/>
                <a:ea typeface="Arial"/>
              </a:rPr>
              <a:t>: scans for empty spaces to ensure new apples don't appear inside walls or the snake's body. </a:t>
            </a:r>
            <a:endParaRPr lang="en-US" sz="2200" b="0" u="none" strike="noStrike" dirty="0">
              <a:solidFill>
                <a:schemeClr val="lt1"/>
              </a:solidFill>
              <a:latin typeface="Calibri"/>
            </a:endParaRPr>
          </a:p>
          <a:p>
            <a:pPr marL="285840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/>
            </a:pPr>
            <a:r>
              <a:rPr lang="en-US" sz="2200" b="1" u="none" strike="noStrike" dirty="0" err="1">
                <a:solidFill>
                  <a:schemeClr val="lt1"/>
                </a:solidFill>
                <a:latin typeface="Times New Roman"/>
                <a:ea typeface="Arial"/>
              </a:rPr>
              <a:t>stdscr.timeout</a:t>
            </a:r>
            <a:r>
              <a:rPr lang="en-US" sz="2200" b="1" u="none" strike="noStrike" dirty="0">
                <a:solidFill>
                  <a:schemeClr val="lt1"/>
                </a:solidFill>
                <a:latin typeface="Times New Roman"/>
                <a:ea typeface="Arial"/>
              </a:rPr>
              <a:t>()</a:t>
            </a:r>
            <a:r>
              <a:rPr lang="en-US" sz="2200" b="0" u="none" strike="noStrike" dirty="0">
                <a:solidFill>
                  <a:schemeClr val="lt1"/>
                </a:solidFill>
                <a:latin typeface="Times New Roman"/>
                <a:ea typeface="Arial"/>
              </a:rPr>
              <a:t>: Sets the </a:t>
            </a:r>
            <a:r>
              <a:rPr lang="en-US" sz="2200" b="1" u="none" strike="noStrike" dirty="0">
                <a:solidFill>
                  <a:schemeClr val="lt1"/>
                </a:solidFill>
                <a:latin typeface="Times New Roman"/>
                <a:ea typeface="Arial"/>
              </a:rPr>
              <a:t>game speed</a:t>
            </a:r>
            <a:r>
              <a:rPr lang="en-US" sz="2200" b="0" u="none" strike="noStrike" dirty="0">
                <a:solidFill>
                  <a:schemeClr val="lt1"/>
                </a:solidFill>
                <a:latin typeface="Times New Roman"/>
                <a:ea typeface="Arial"/>
              </a:rPr>
              <a:t> (0.12s), which determines how fast the snake moves and how often the screen refreshes. </a:t>
            </a:r>
            <a:endParaRPr lang="en-US" sz="2200" b="0" u="none" strike="noStrike" dirty="0">
              <a:solidFill>
                <a:schemeClr val="lt1"/>
              </a:solidFill>
              <a:latin typeface="Calibri"/>
            </a:endParaRPr>
          </a:p>
          <a:p>
            <a:pPr indent="0" algn="l" defTabSz="457200">
              <a:lnSpc>
                <a:spcPct val="100000"/>
              </a:lnSpc>
              <a:spcAft>
                <a:spcPts val="1001"/>
              </a:spcAft>
              <a:buNone/>
              <a:tabLst>
                <a:tab pos="0" algn="l"/>
              </a:tabLst>
              <a:defRPr/>
            </a:pPr>
            <a:endParaRPr lang="en-US" sz="1800" b="0" u="none" strike="noStrike" dirty="0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827248463" name="Picture 4" descr="A computer screen shot of a white rectangle&#10;&#10;Description automatically generated"/>
          <p:cNvPicPr/>
          <p:nvPr/>
        </p:nvPicPr>
        <p:blipFill rotWithShape="1">
          <a:blip r:embed="rId3"/>
          <a:stretch/>
        </p:blipFill>
        <p:spPr bwMode="auto">
          <a:xfrm>
            <a:off x="6896160" y="2836440"/>
            <a:ext cx="5282640" cy="20779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228586" name="PlaceHolder 1"/>
          <p:cNvSpPr>
            <a:spLocks noGrp="1"/>
          </p:cNvSpPr>
          <p:nvPr>
            <p:ph type="title"/>
          </p:nvPr>
        </p:nvSpPr>
        <p:spPr bwMode="auto">
          <a:xfrm>
            <a:off x="720360" y="-168480"/>
            <a:ext cx="10130760" cy="1455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5400" b="1" u="none" strike="noStrike" cap="all">
                <a:solidFill>
                  <a:schemeClr val="lt1"/>
                </a:solidFill>
                <a:latin typeface="Times New Roman"/>
                <a:ea typeface="Arial"/>
              </a:rPr>
              <a:t>Game 5: Pacman chase</a:t>
            </a:r>
            <a:endParaRPr lang="en-US" sz="5400" b="0" u="none" strike="noStrike" cap="all">
              <a:solidFill>
                <a:schemeClr val="lt1"/>
              </a:solidFill>
              <a:latin typeface="Calibri Light"/>
            </a:endParaRPr>
          </a:p>
        </p:txBody>
      </p:sp>
      <p:sp>
        <p:nvSpPr>
          <p:cNvPr id="1525532764" name="PlaceHolder 2"/>
          <p:cNvSpPr>
            <a:spLocks noGrp="1"/>
          </p:cNvSpPr>
          <p:nvPr>
            <p:ph/>
          </p:nvPr>
        </p:nvSpPr>
        <p:spPr bwMode="auto">
          <a:xfrm>
            <a:off x="178560" y="1208520"/>
            <a:ext cx="6611400" cy="5207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marL="285840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/>
            </a:pPr>
            <a:r>
              <a:rPr lang="en-US" sz="1800" b="1" u="none" strike="noStrike" dirty="0">
                <a:solidFill>
                  <a:schemeClr val="lt1"/>
                </a:solidFill>
                <a:latin typeface="Times New Roman"/>
                <a:ea typeface="Arial"/>
              </a:rPr>
              <a:t>Purpose:</a:t>
            </a:r>
            <a:r>
              <a:rPr lang="en-US" sz="1800" b="0" u="none" strike="noStrike" dirty="0">
                <a:solidFill>
                  <a:schemeClr val="lt1"/>
                </a:solidFill>
                <a:latin typeface="Times New Roman"/>
                <a:ea typeface="Arial"/>
              </a:rPr>
              <a:t> The technical centerpiece. It demonstrates real-time hardware interaction, collision detection, and automated enemy intelligence.</a:t>
            </a:r>
            <a:endParaRPr lang="en-US" sz="1800" b="0" u="none" strike="noStrike" dirty="0">
              <a:solidFill>
                <a:schemeClr val="lt1"/>
              </a:solidFill>
              <a:latin typeface="Calibri"/>
            </a:endParaRPr>
          </a:p>
          <a:p>
            <a:pPr marL="285840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/>
            </a:pPr>
            <a:r>
              <a:rPr lang="en-US" sz="1800" b="1" u="none" strike="noStrike" dirty="0">
                <a:solidFill>
                  <a:schemeClr val="lt1"/>
                </a:solidFill>
                <a:latin typeface="Times New Roman"/>
                <a:ea typeface="Arial"/>
              </a:rPr>
              <a:t>Python Functions &amp; Logic:</a:t>
            </a:r>
            <a:endParaRPr lang="en-US" sz="1800" b="0" u="none" strike="noStrike" dirty="0">
              <a:solidFill>
                <a:schemeClr val="lt1"/>
              </a:solidFill>
              <a:latin typeface="Calibri"/>
            </a:endParaRPr>
          </a:p>
          <a:p>
            <a:pPr marL="285840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/>
            </a:pPr>
            <a:r>
              <a:rPr lang="en-US" sz="1800" b="0" u="none" strike="noStrike" dirty="0" err="1">
                <a:solidFill>
                  <a:schemeClr val="lt1"/>
                </a:solidFill>
                <a:latin typeface="Times New Roman"/>
                <a:ea typeface="Arial"/>
              </a:rPr>
              <a:t>curses.initscr</a:t>
            </a:r>
            <a:r>
              <a:rPr lang="en-US" sz="1800" b="0" u="none" strike="noStrike" dirty="0">
                <a:solidFill>
                  <a:schemeClr val="lt1"/>
                </a:solidFill>
                <a:latin typeface="Times New Roman"/>
                <a:ea typeface="Arial"/>
              </a:rPr>
              <a:t>(): Initializes the terminal into "window mode" to allow for coordinate-based graphics rather than scrolling text.</a:t>
            </a:r>
            <a:endParaRPr lang="en-US" sz="1800" b="0" u="none" strike="noStrike" dirty="0">
              <a:solidFill>
                <a:schemeClr val="lt1"/>
              </a:solidFill>
              <a:latin typeface="Calibri"/>
            </a:endParaRPr>
          </a:p>
          <a:p>
            <a:pPr marL="285840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/>
            </a:pPr>
            <a:r>
              <a:rPr lang="en-US" sz="1800" b="1" u="none" strike="noStrike" dirty="0">
                <a:solidFill>
                  <a:schemeClr val="lt1"/>
                </a:solidFill>
                <a:latin typeface="Times New Roman"/>
                <a:ea typeface="Arial"/>
              </a:rPr>
              <a:t>BFS Algorithm (Breadth-First Search):</a:t>
            </a:r>
            <a:r>
              <a:rPr lang="en-US" sz="1800" b="0" u="none" strike="noStrike" dirty="0">
                <a:solidFill>
                  <a:schemeClr val="lt1"/>
                </a:solidFill>
                <a:latin typeface="Times New Roman"/>
                <a:ea typeface="Arial"/>
              </a:rPr>
              <a:t> A custom function that calculates the shortest path from the ghost to the player's coordinates through the maze.</a:t>
            </a:r>
            <a:endParaRPr lang="en-US" sz="1800" b="0" u="none" strike="noStrike" dirty="0">
              <a:solidFill>
                <a:schemeClr val="lt1"/>
              </a:solidFill>
              <a:latin typeface="Calibri"/>
            </a:endParaRPr>
          </a:p>
          <a:p>
            <a:pPr marL="285840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/>
            </a:pPr>
            <a:r>
              <a:rPr lang="en-US" sz="1800" b="0" u="none" strike="noStrike" dirty="0" err="1">
                <a:solidFill>
                  <a:schemeClr val="lt1"/>
                </a:solidFill>
                <a:latin typeface="Times New Roman"/>
                <a:ea typeface="Arial"/>
              </a:rPr>
              <a:t>stdscr.nodelay</a:t>
            </a:r>
            <a:r>
              <a:rPr lang="en-US" sz="1800" b="0" u="none" strike="noStrike" dirty="0">
                <a:solidFill>
                  <a:schemeClr val="lt1"/>
                </a:solidFill>
                <a:latin typeface="Times New Roman"/>
                <a:ea typeface="Arial"/>
              </a:rPr>
              <a:t>(True): Sets the terminal to "non-blocking" mode, allowing the game loop (and ghosts) to keep moving even if no key is pressed.</a:t>
            </a:r>
            <a:endParaRPr lang="en-US" sz="1800" b="0" u="none" strike="noStrike" dirty="0">
              <a:solidFill>
                <a:schemeClr val="lt1"/>
              </a:solidFill>
              <a:latin typeface="Calibri"/>
            </a:endParaRPr>
          </a:p>
          <a:p>
            <a:pPr marL="285840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/>
            </a:pPr>
            <a:r>
              <a:rPr lang="en-US" sz="1800" b="0" u="none" strike="noStrike" dirty="0" err="1">
                <a:solidFill>
                  <a:schemeClr val="lt1"/>
                </a:solidFill>
                <a:latin typeface="Times New Roman"/>
                <a:ea typeface="Arial"/>
              </a:rPr>
              <a:t>stdscr.getch</a:t>
            </a:r>
            <a:r>
              <a:rPr lang="en-US" sz="1800" b="0" u="none" strike="noStrike" dirty="0">
                <a:solidFill>
                  <a:schemeClr val="lt1"/>
                </a:solidFill>
                <a:latin typeface="Times New Roman"/>
                <a:ea typeface="Arial"/>
              </a:rPr>
              <a:t>(): Captures real-time keyboard hits (Arrow keys) to update the player's X and Y coordinates on the grid.</a:t>
            </a:r>
            <a:endParaRPr lang="en-US" sz="1800" b="0" u="none" strike="noStrike" dirty="0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854046416" name="Picture 4" descr="A screenshot of a video game&#10;&#10;Description automatically generated"/>
          <p:cNvPicPr/>
          <p:nvPr/>
        </p:nvPicPr>
        <p:blipFill rotWithShape="1">
          <a:blip r:embed="rId3"/>
          <a:stretch/>
        </p:blipFill>
        <p:spPr bwMode="auto">
          <a:xfrm>
            <a:off x="6946920" y="1287720"/>
            <a:ext cx="4774320" cy="46627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4029085" name="PlaceHolder 1"/>
          <p:cNvSpPr>
            <a:spLocks noGrp="1"/>
          </p:cNvSpPr>
          <p:nvPr>
            <p:ph/>
          </p:nvPr>
        </p:nvSpPr>
        <p:spPr bwMode="auto">
          <a:xfrm>
            <a:off x="884879" y="-131760"/>
            <a:ext cx="10130760" cy="1566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ctr" defTabSz="457200">
              <a:lnSpc>
                <a:spcPct val="100000"/>
              </a:lnSpc>
              <a:spcAft>
                <a:spcPts val="1001"/>
              </a:spcAft>
              <a:buNone/>
              <a:tabLst>
                <a:tab pos="0" algn="l"/>
              </a:tabLst>
              <a:defRPr/>
            </a:pPr>
            <a:r>
              <a:rPr lang="en-US" sz="5400" b="1" u="none" strike="noStrike">
                <a:solidFill>
                  <a:schemeClr val="lt1"/>
                </a:solidFill>
                <a:latin typeface="Times New Roman"/>
                <a:ea typeface="Arial"/>
              </a:rPr>
              <a:t>How to Play</a:t>
            </a:r>
            <a:endParaRPr lang="en-US" sz="5400" b="0" u="none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00643669" name="TextBox 3"/>
          <p:cNvSpPr/>
          <p:nvPr/>
        </p:nvSpPr>
        <p:spPr bwMode="auto">
          <a:xfrm>
            <a:off x="1030320" y="1212480"/>
            <a:ext cx="10144800" cy="230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343080" indent="-343080" defTabSz="457200">
              <a:lnSpc>
                <a:spcPct val="100000"/>
              </a:lnSpc>
              <a:buClr>
                <a:srgbClr val="FFFFFF"/>
              </a:buClr>
              <a:buFont typeface="Calibri Light"/>
              <a:buAutoNum type="arabicPeriod"/>
              <a:defRPr/>
            </a:pPr>
            <a:r>
              <a:rPr lang="en-US" sz="2400" b="0" u="none" strike="noStrike">
                <a:solidFill>
                  <a:schemeClr val="lt1"/>
                </a:solidFill>
                <a:latin typeface="Times New Roman"/>
                <a:ea typeface="Arial"/>
              </a:rPr>
              <a:t>Ensure that all raspberry pis are on the same network and that python is installed on hardware</a:t>
            </a:r>
            <a:endParaRPr lang="en-US" sz="2400" b="0" u="none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FFFFFF"/>
              </a:buClr>
              <a:buFont typeface="Calibri Light"/>
              <a:buAutoNum type="arabicPeriod"/>
              <a:defRPr/>
            </a:pPr>
            <a:r>
              <a:rPr lang="en-US" sz="2400" b="0" u="none" strike="noStrike">
                <a:solidFill>
                  <a:schemeClr val="lt1"/>
                </a:solidFill>
                <a:latin typeface="Times New Roman"/>
                <a:ea typeface="Arial"/>
              </a:rPr>
              <a:t> Launch the game (host): open the terminal and navigate to the game folder</a:t>
            </a:r>
            <a:endParaRPr lang="en-US" sz="2400" b="0" u="none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FFFFFF"/>
              </a:buClr>
              <a:buFont typeface="Calibri Light"/>
              <a:buAutoNum type="arabicPeriod"/>
              <a:defRPr/>
            </a:pPr>
            <a:r>
              <a:rPr lang="en-US" sz="2400" b="0" u="none" strike="noStrike">
                <a:solidFill>
                  <a:schemeClr val="lt1"/>
                </a:solidFill>
                <a:latin typeface="Times New Roman"/>
                <a:ea typeface="Arial"/>
              </a:rPr>
              <a:t> launch the game (player): open the terminal and navigate to the game folder. When prompted type the host’s IP address to join the game.</a:t>
            </a:r>
            <a:endParaRPr lang="en-US" sz="2400" b="0" u="none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FFFFFF"/>
              </a:buClr>
              <a:buFont typeface="Calibri Light"/>
              <a:buAutoNum type="arabicPeriod"/>
              <a:defRPr/>
            </a:pPr>
            <a:r>
              <a:rPr lang="en-US" sz="2400" b="0" u="none" strike="noStrike">
                <a:solidFill>
                  <a:schemeClr val="lt1"/>
                </a:solidFill>
                <a:latin typeface="Times New Roman"/>
                <a:ea typeface="Arial"/>
              </a:rPr>
              <a:t> </a:t>
            </a:r>
            <a:endParaRPr lang="en-US" sz="2400" b="0" u="none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74357700" name="Picture 5" descr="A screenshot of a computer&#10;&#10;Description automatically generated"/>
          <p:cNvPicPr/>
          <p:nvPr/>
        </p:nvPicPr>
        <p:blipFill rotWithShape="1">
          <a:blip r:embed="rId3"/>
          <a:stretch/>
        </p:blipFill>
        <p:spPr bwMode="auto">
          <a:xfrm>
            <a:off x="1465200" y="3207600"/>
            <a:ext cx="7771680" cy="1725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81731953" name="TextBox 6"/>
          <p:cNvSpPr/>
          <p:nvPr/>
        </p:nvSpPr>
        <p:spPr bwMode="auto">
          <a:xfrm>
            <a:off x="968760" y="4933440"/>
            <a:ext cx="9525240" cy="46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lt1"/>
                </a:solidFill>
                <a:latin typeface="Times New Roman"/>
                <a:ea typeface="Arial"/>
              </a:rPr>
              <a:t>5. Let’s play!</a:t>
            </a:r>
            <a:endParaRPr lang="en-US" sz="2400" b="0" u="none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308162058" name="Picture 5" descr="A screenshot of a computer&#10;&#10;Description automatically generated"/>
          <p:cNvPicPr/>
          <p:nvPr/>
        </p:nvPicPr>
        <p:blipFill rotWithShape="1">
          <a:blip r:embed="rId3"/>
          <a:srcRect l="74536" t="81275" r="1751" b="3995"/>
          <a:stretch/>
        </p:blipFill>
        <p:spPr bwMode="auto">
          <a:xfrm>
            <a:off x="1519920" y="4260600"/>
            <a:ext cx="2514240" cy="253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1287427" name="Picture 1" descr="A screenshot of a computer&#10;&#10;Description automatically generated"/>
          <p:cNvPicPr/>
          <p:nvPr/>
        </p:nvPicPr>
        <p:blipFill rotWithShape="1">
          <a:blip r:embed="rId3"/>
          <a:srcRect l="74536" t="81275" r="1751" b="3995"/>
          <a:stretch/>
        </p:blipFill>
        <p:spPr bwMode="auto">
          <a:xfrm>
            <a:off x="5704560" y="4273560"/>
            <a:ext cx="2514240" cy="253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8773977" name="Rectangle 668773976"/>
          <p:cNvSpPr/>
          <p:nvPr/>
        </p:nvSpPr>
        <p:spPr bwMode="auto">
          <a:xfrm>
            <a:off x="5679000" y="4275000"/>
            <a:ext cx="1407240" cy="37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defRPr/>
            </a:pPr>
            <a:r>
              <a:rPr lang="en-US" sz="950" b="0" u="none" strike="noStrike">
                <a:solidFill>
                  <a:srgbClr val="FFFFFF"/>
                </a:solidFill>
                <a:latin typeface="Arial"/>
              </a:rPr>
              <a:t>Use </a:t>
            </a:r>
            <a:r>
              <a:rPr lang="en-US" sz="950" b="1" u="none" strike="noStrike">
                <a:solidFill>
                  <a:srgbClr val="FFFFFF"/>
                </a:solidFill>
                <a:latin typeface="Arial"/>
              </a:rPr>
              <a:t>WASD</a:t>
            </a:r>
            <a:r>
              <a:rPr lang="en-US" sz="950" b="0" u="none" strike="noStrike">
                <a:solidFill>
                  <a:srgbClr val="FFFFFF"/>
                </a:solidFill>
                <a:latin typeface="Arial"/>
              </a:rPr>
              <a:t> to move</a:t>
            </a:r>
          </a:p>
        </p:txBody>
      </p:sp>
      <p:sp>
        <p:nvSpPr>
          <p:cNvPr id="1703243060" name="Rectangle 1703243059"/>
          <p:cNvSpPr/>
          <p:nvPr/>
        </p:nvSpPr>
        <p:spPr bwMode="auto">
          <a:xfrm>
            <a:off x="1483920" y="4275360"/>
            <a:ext cx="2514240" cy="235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defRPr/>
            </a:pPr>
            <a:r>
              <a:rPr lang="en-US" sz="950" b="0" u="none" strike="noStrike">
                <a:solidFill>
                  <a:srgbClr val="FFFFFF"/>
                </a:solidFill>
                <a:latin typeface="Arial"/>
                <a:ea typeface="Noto Sans CJK SC"/>
              </a:rPr>
              <a:t> </a:t>
            </a:r>
            <a:r>
              <a:rPr lang="en-US" sz="950" b="1" u="none" strike="noStrike">
                <a:solidFill>
                  <a:srgbClr val="FFFFFF"/>
                </a:solidFill>
                <a:latin typeface="Arial"/>
                <a:ea typeface="Noto Sans CJK SC"/>
              </a:rPr>
              <a:t>PacMan Chase</a:t>
            </a:r>
            <a:r>
              <a:rPr lang="en-US" sz="950" b="0" u="none" strike="noStrike">
                <a:solidFill>
                  <a:srgbClr val="FFFFFF"/>
                </a:solidFill>
                <a:latin typeface="Arial"/>
                <a:ea typeface="Noto Sans CJK SC"/>
              </a:rPr>
              <a:t> </a:t>
            </a:r>
            <a:r>
              <a:rPr lang="en-US" sz="950" b="0" u="none" strike="noStrike">
                <a:solidFill>
                  <a:srgbClr val="FFFFFF"/>
                </a:solidFill>
                <a:latin typeface="Arial"/>
              </a:rPr>
              <a:t>and the </a:t>
            </a:r>
            <a:r>
              <a:rPr lang="en-US" sz="950" b="1" u="none" strike="noStrike">
                <a:solidFill>
                  <a:srgbClr val="FFFFFF"/>
                </a:solidFill>
                <a:latin typeface="Arial"/>
              </a:rPr>
              <a:t>Snake Game</a:t>
            </a:r>
            <a:endParaRPr lang="en-US" sz="950" b="0" u="none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g"/></Relationships>
</file>

<file path=ppt/theme/theme1.xml><?xml version="1.0" encoding="utf-8"?>
<a:theme xmlns:a="http://schemas.openxmlformats.org/drawingml/2006/main" name="Celestial">
  <a:themeElements>
    <a:clrScheme name="Celestial">
      <a:dk1>
        <a:srgbClr val="000000"/>
      </a:dk1>
      <a:lt1>
        <a:srgbClr val="FFFFFF"/>
      </a:lt1>
      <a:dk2>
        <a:srgbClr val="16476F"/>
      </a:dk2>
      <a:lt2>
        <a:srgbClr val="EBEBEB"/>
      </a:lt2>
      <a:accent1>
        <a:srgbClr val="E5B458"/>
      </a:accent1>
      <a:accent2>
        <a:srgbClr val="F77754"/>
      </a:accent2>
      <a:accent3>
        <a:srgbClr val="D8507E"/>
      </a:accent3>
      <a:accent4>
        <a:srgbClr val="BC70EE"/>
      </a:accent4>
      <a:accent5>
        <a:srgbClr val="3CA2E2"/>
      </a:accent5>
      <a:accent6>
        <a:srgbClr val="91BF77"/>
      </a:accent6>
      <a:hlink>
        <a:srgbClr val="71DDAB"/>
      </a:hlink>
      <a:folHlink>
        <a:srgbClr val="A6E4C7"/>
      </a:folHlink>
    </a:clrScheme>
    <a:fontScheme name="Celestial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shade val="96000"/>
                <a:lumMod val="110000"/>
              </a:schemeClr>
            </a:gs>
            <a:gs pos="100000">
              <a:schemeClr val="phClr">
                <a:shade val="96000"/>
                <a:lumMod val="100000"/>
              </a:schemeClr>
            </a:gs>
          </a:gsLst>
          <a:lin ang="4740000" scaled="1"/>
        </a:gradFill>
        <a:blipFill rotWithShape="1">
          <a:blip xmlns:r="http://schemas.openxmlformats.org/officeDocument/2006/relationships" r:embed="rId1"/>
          <a:srcRect/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13</TotalTime>
  <Words>1051</Words>
  <Application>Microsoft Macintosh PowerPoint</Application>
  <PresentationFormat>Widescreen</PresentationFormat>
  <Paragraphs>63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Calibri Light</vt:lpstr>
      <vt:lpstr>Symbol</vt:lpstr>
      <vt:lpstr>Times New Roman</vt:lpstr>
      <vt:lpstr>Wingdings</vt:lpstr>
      <vt:lpstr>Celestial</vt:lpstr>
      <vt:lpstr>PowerPoint Presentation</vt:lpstr>
      <vt:lpstr>How the system operates</vt:lpstr>
      <vt:lpstr>Authentication Security</vt:lpstr>
      <vt:lpstr>Network Defense</vt:lpstr>
      <vt:lpstr>Game 1: Heads or Tails</vt:lpstr>
      <vt:lpstr>Game 2: Rock, Paper, Scissors</vt:lpstr>
      <vt:lpstr>Game 3: Number Guessing Game</vt:lpstr>
      <vt:lpstr>GAME 4: Snake </vt:lpstr>
      <vt:lpstr>Game 5: Pacman chase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Gabrielle Panuelos</dc:creator>
  <dc:description/>
  <cp:lastModifiedBy>Micah Eye</cp:lastModifiedBy>
  <cp:revision>12</cp:revision>
  <dcterms:created xsi:type="dcterms:W3CDTF">2026-04-28T13:36:38Z</dcterms:created>
  <dcterms:modified xsi:type="dcterms:W3CDTF">2026-05-07T21:30:26Z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2</vt:i4>
  </property>
  <property fmtid="{D5CDD505-2E9C-101B-9397-08002B2CF9AE}" pid="3" name="Notes">
    <vt:i4>8</vt:i4>
  </property>
  <property fmtid="{D5CDD505-2E9C-101B-9397-08002B2CF9AE}" pid="4" name="PresentationFormat">
    <vt:lpwstr>On-screen Show (4:3)</vt:lpwstr>
  </property>
  <property fmtid="{D5CDD505-2E9C-101B-9397-08002B2CF9AE}" pid="5" name="Slides">
    <vt:i4>8</vt:i4>
  </property>
</Properties>
</file>