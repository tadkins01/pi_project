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80" r:id="rId1"/>
  </p:sld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4927"/>
    <p:restoredTop sz="94710"/>
  </p:normalViewPr>
  <p:slideViewPr>
    <p:cSldViewPr snapToGrid="0">
      <p:cViewPr varScale="1">
        <p:scale>
          <a:sx n="145" d="100"/>
          <a:sy n="145" d="100"/>
        </p:scale>
        <p:origin x="8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11A6662E-FAF4-44BC-88B5-85A7CBFB6D30}" type="datetime1">
              <a:rPr lang="en-US" smtClean="0"/>
              <a:pPr/>
              <a:t>5/5/26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US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550060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55F08A-1E71-4B2B-BB49-E743F2903911}" type="datetime1">
              <a:rPr lang="en-US" smtClean="0"/>
              <a:t>5/5/26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94869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417D9E-721A-44BB-8863-9873FE64DA75}" type="datetime1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44517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31DA2F-80B8-49CF-99FB-5ABCA53A607A}" type="datetime1">
              <a:rPr lang="en-US" smtClean="0"/>
              <a:t>5/5/26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7227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52172-E6C9-4B6C-929A-A9DE3837BBF1}" type="datetime1">
              <a:rPr lang="en-US" smtClean="0"/>
              <a:t>5/5/26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7808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AB41CFF-90C9-47B3-9DA1-F2BF8D839F7E}" type="datetime1">
              <a:rPr lang="en-US" smtClean="0"/>
              <a:t>5/5/26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39646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048FA-06AB-4884-A69B-986B96E68A24}" type="datetime1">
              <a:rPr lang="en-US" smtClean="0"/>
              <a:t>5/5/26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12709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DB7ABA-0172-4F9C-889D-567164F66BCD}" type="datetime1">
              <a:rPr lang="en-US" smtClean="0"/>
              <a:t>5/5/26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056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AC6A5B-8AE7-4A41-B5A7-9ADC6686DC18}" type="datetime1">
              <a:rPr lang="en-US" smtClean="0"/>
              <a:t>5/5/26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789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5/5/26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8988421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626274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76913186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61719121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8407386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E0CF6C-748E-4B7A-BC8B-3011EF78ED13}" type="datetime1">
              <a:rPr lang="en-US" smtClean="0"/>
              <a:pPr/>
              <a:t>5/5/26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18994693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559632-1575-4E14-B53B-3DC3D5ED3947}" type="datetime1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87566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C4A6868-2568-4CC9-B302-F37117B01A6E}" type="datetime1">
              <a:rPr lang="en-US" smtClean="0"/>
              <a:t>5/5/26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3B850FF-6169-4056-8077-06FFA93A536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78475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7E0CF6C-748E-4B7A-BC8B-3011EF78ED13}" type="datetime1">
              <a:rPr lang="en-US" smtClean="0"/>
              <a:pPr/>
              <a:t>5/5/26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 dirty="0">
              <a:solidFill>
                <a:schemeClr val="tx1">
                  <a:alpha val="60000"/>
                </a:scheme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73B850FF-6169-4056-8077-06FFA93A5366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8469884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81" r:id="rId1"/>
    <p:sldLayoutId id="2147483782" r:id="rId2"/>
    <p:sldLayoutId id="2147483783" r:id="rId3"/>
    <p:sldLayoutId id="2147483784" r:id="rId4"/>
    <p:sldLayoutId id="2147483785" r:id="rId5"/>
    <p:sldLayoutId id="2147483786" r:id="rId6"/>
    <p:sldLayoutId id="2147483787" r:id="rId7"/>
    <p:sldLayoutId id="2147483788" r:id="rId8"/>
    <p:sldLayoutId id="2147483789" r:id="rId9"/>
    <p:sldLayoutId id="2147483790" r:id="rId10"/>
    <p:sldLayoutId id="2147483791" r:id="rId11"/>
    <p:sldLayoutId id="2147483792" r:id="rId12"/>
    <p:sldLayoutId id="2147483793" r:id="rId13"/>
    <p:sldLayoutId id="2147483794" r:id="rId14"/>
    <p:sldLayoutId id="2147483795" r:id="rId15"/>
    <p:sldLayoutId id="2147483796" r:id="rId16"/>
    <p:sldLayoutId id="2147483797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E1045E83-A766-02D7-C66B-8309A511924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931" y="5255343"/>
            <a:ext cx="10905069" cy="501994"/>
          </a:xfrm>
        </p:spPr>
        <p:txBody>
          <a:bodyPr>
            <a:normAutofit lnSpcReduction="10000"/>
          </a:bodyPr>
          <a:lstStyle/>
          <a:p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Gabrielle , Micah , Thomas, and Izaiah </a:t>
            </a:r>
          </a:p>
        </p:txBody>
      </p:sp>
      <p:pic>
        <p:nvPicPr>
          <p:cNvPr id="8" name="Picture 7" descr="A blue text on a black background&#10;&#10;Description automatically generated">
            <a:extLst>
              <a:ext uri="{FF2B5EF4-FFF2-40B4-BE49-F238E27FC236}">
                <a16:creationId xmlns:a16="http://schemas.microsoft.com/office/drawing/2014/main" id="{F0D14F32-2B60-53C7-7E46-D383DB4D676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290" y="1417185"/>
            <a:ext cx="11973419" cy="3621959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6929169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3391C7-B68F-C63B-4634-B22A21B933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129" y="1"/>
            <a:ext cx="10006464" cy="1380392"/>
          </a:xfrm>
        </p:spPr>
        <p:txBody>
          <a:bodyPr>
            <a:normAutofit fontScale="90000"/>
          </a:bodyPr>
          <a:lstStyle/>
          <a:p>
            <a:pPr algn="ctr"/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the system operates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D0396DC-2FB0-A957-1E7D-7A1C60E468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50632" y="1204939"/>
            <a:ext cx="10710080" cy="5363570"/>
          </a:xfrm>
        </p:spPr>
        <p:txBody>
          <a:bodyPr>
            <a:normAutofit lnSpcReduction="10000"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Client-Server Architecture: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One Raspberry Pi acts as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(the brain), while all other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connect as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Clients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(the controllers).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Star Topology: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Every player communicates directly with the Host, ensuring all participants see the exact same game state at the same time.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TCP/IP Networking: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"Transmission Control Protocol" to ensure game data (like moves and scores) arrives reliably and in the correct order across the local network.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Terminal Rendering: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Instead of heavy graphics, the system uses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Curses library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"draw" game boards and animations using text characters and colors.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Non-Blocking Input: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system is programmed to keep the game moving (like ghosts chasing you) even if a player isn't pressing any buttons.</a:t>
            </a:r>
          </a:p>
          <a:p>
            <a:r>
              <a:rPr lang="en-US" sz="2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Automated Logic:</a:t>
            </a:r>
            <a: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Host runs pathfinding algorithms (BFS) for enemies, ensuring the game provides a consistent challenge for all connected players.</a:t>
            </a:r>
          </a:p>
        </p:txBody>
      </p:sp>
    </p:spTree>
    <p:extLst>
      <p:ext uri="{BB962C8B-B14F-4D97-AF65-F5344CB8AC3E}">
        <p14:creationId xmlns:p14="http://schemas.microsoft.com/office/powerpoint/2010/main" val="375627138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F86E57-55B8-C0A1-DAFE-C2F25BA040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7813" y="0"/>
            <a:ext cx="10131425" cy="1456267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Game 1: Heads or Tails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D391B9-889A-8D08-9198-6651E9FC3D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93309" y="1227667"/>
            <a:ext cx="6325856" cy="5323258"/>
          </a:xfrm>
        </p:spPr>
        <p:txBody>
          <a:bodyPr>
            <a:norm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quick-fire test of the network's ability to handle rapid-response binary choices and synchronized resolution.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Functions &amp; Logic: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random.choice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(['Heads', 'Tails']): Used by the server to determine the winning outcome.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input().strip().upper(): Captures the player's choice and cleans the data before sending.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send_data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/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recv_data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(): Custom wrapper functions for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socket.send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and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socket.recv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 to exchange JSON packets between the Pi and the Host.</a:t>
            </a:r>
          </a:p>
        </p:txBody>
      </p:sp>
      <p:pic>
        <p:nvPicPr>
          <p:cNvPr id="5" name="Picture 4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CDCA99C4-831A-67B6-AA1E-0E2016A239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19165" y="2038349"/>
            <a:ext cx="5279526" cy="34196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5584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262EAB-D3DB-4FB2-0244-B94A8DEDBB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5794" y="-214320"/>
            <a:ext cx="11772899" cy="1456267"/>
          </a:xfrm>
        </p:spPr>
        <p:txBody>
          <a:bodyPr>
            <a:noAutofit/>
          </a:bodyPr>
          <a:lstStyle/>
          <a:p>
            <a:pPr algn="ctr"/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Game 2: Rock, Paper, Scissors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5F541E-271E-0724-1931-86212C0461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8725" y="1145232"/>
            <a:ext cx="6667051" cy="5322626"/>
          </a:xfrm>
        </p:spPr>
        <p:txBody>
          <a:bodyPr>
            <a:noAutofit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Demonstrates server-side logic validation where the Host must compare multiple client inputs against a central "AI" move.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Functions &amp; Logic: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Logic Mapping: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Uses a Dictionary or Nested if/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elif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statements to define win/loss/tie conditions (e.g., if user == 'R' and computer == 'S').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time.sleep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(): Orchestrates the "Rock... Paper... Scissors... Shoot!" countdown across all connected terminals.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json.dumps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(): Converts the player's move into a string format that can be transmitted over the TCP socket.</a:t>
            </a:r>
          </a:p>
        </p:txBody>
      </p:sp>
      <p:pic>
        <p:nvPicPr>
          <p:cNvPr id="7" name="Picture 6" descr="A screen shot of a computer screen&#10;&#10;Description automatically generated">
            <a:extLst>
              <a:ext uri="{FF2B5EF4-FFF2-40B4-BE49-F238E27FC236}">
                <a16:creationId xmlns:a16="http://schemas.microsoft.com/office/drawing/2014/main" id="{EEC98F09-1A56-EEC7-538F-6E458F67CF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03744" y="2338754"/>
            <a:ext cx="5485068" cy="2705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5273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42326-DBAC-BF29-1836-A87FB0EBB8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158262" y="-193430"/>
            <a:ext cx="12350262" cy="1354014"/>
          </a:xfrm>
        </p:spPr>
        <p:txBody>
          <a:bodyPr>
            <a:noAutofit/>
          </a:bodyPr>
          <a:lstStyle/>
          <a:p>
            <a:pPr algn="ctr"/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Game 3: Number Guessing Game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1EF74D-BDF3-8191-70E1-93C5FFCAC5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9041" y="1160584"/>
            <a:ext cx="5837828" cy="5500048"/>
          </a:xfrm>
        </p:spPr>
        <p:txBody>
          <a:bodyPr>
            <a:normAutofit lnSpcReduction="10000"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Showcases mathematical processing and "Shortest Distance" algorithms to determine a winner among multiple participants.</a:t>
            </a:r>
          </a:p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Functions &amp; Logic:</a:t>
            </a: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random.randint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(1, 100): Generates the secret target number on the Host machine.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abs(target - guess): The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Absolute Value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function calculates how far each player is from the target, regardless of whether they guessed too high or too low.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min(): Applied to a list of player distances to identify the "closest" guess and declare the round winner.</a:t>
            </a:r>
          </a:p>
          <a:p>
            <a:endParaRPr lang="en-US" dirty="0"/>
          </a:p>
        </p:txBody>
      </p:sp>
      <p:pic>
        <p:nvPicPr>
          <p:cNvPr id="5" name="Picture 4" descr="A purple and blue text&#10;&#10;Description automatically generated">
            <a:extLst>
              <a:ext uri="{FF2B5EF4-FFF2-40B4-BE49-F238E27FC236}">
                <a16:creationId xmlns:a16="http://schemas.microsoft.com/office/drawing/2014/main" id="{599B5DC4-36C7-3F00-CB5B-2A34B954449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8186" b="5626"/>
          <a:stretch/>
        </p:blipFill>
        <p:spPr>
          <a:xfrm>
            <a:off x="5759494" y="2917572"/>
            <a:ext cx="6338802" cy="1044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305438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41D203-A7E3-C34F-CA74-8ADCC5ED3A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1" y="-164123"/>
            <a:ext cx="10131425" cy="1456267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GAME 4: Snake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CD8A19-F294-BFD1-0AD1-A6CF635D79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300" y="1103272"/>
            <a:ext cx="6921500" cy="5754728"/>
          </a:xfrm>
        </p:spPr>
        <p:txBody>
          <a:bodyPr>
            <a:normAutofit fontScale="92500" lnSpcReduction="20000"/>
          </a:bodyPr>
          <a:lstStyle/>
          <a:p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Demonstrates real-time coordination tracking and collision detection within a terminal environment. </a:t>
            </a:r>
          </a:p>
          <a:p>
            <a:r>
              <a:rPr lang="en-US" sz="2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Python Functions &amp; Logic:</a:t>
            </a:r>
            <a:endParaRPr lang="en-US" sz="2400" dirty="0"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curses.wrapper</a:t>
            </a:r>
            <a:r>
              <a:rPr lang="en-US" sz="2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Switches the terminal into a "game window" that allows for colored graphics and exact positioning of characters.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Coordinate Management</a:t>
            </a:r>
            <a: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Stores the snake's body as a </a:t>
            </a:r>
            <a:r>
              <a:rPr lang="en-US" sz="2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list of (x, y) points</a:t>
            </a:r>
            <a: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to track every segment on the 28 X 14 grid.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sz="24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is_wall</a:t>
            </a:r>
            <a:r>
              <a:rPr lang="en-US" sz="2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A boundary check that ends the game instantly if the snake's head hits the edge of the grid.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_</a:t>
            </a:r>
            <a:r>
              <a:rPr lang="en-US" sz="24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spawn_apple</a:t>
            </a:r>
            <a:r>
              <a:rPr lang="en-US" sz="2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scans for empty spaces to ensure new apples don't appear inside walls or the snake's body.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b="1" dirty="0" err="1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stdscr.timeout</a:t>
            </a:r>
            <a:r>
              <a:rPr lang="en-US" sz="2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()</a:t>
            </a:r>
            <a: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: Sets the </a:t>
            </a:r>
            <a:r>
              <a:rPr lang="en-US" sz="2400" b="1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game speed</a:t>
            </a:r>
            <a:r>
              <a:rPr lang="en-US" sz="2400" dirty="0"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(0.12s), which determines how fast the snake moves and how often the screen refreshes. </a:t>
            </a:r>
          </a:p>
          <a:p>
            <a:endParaRPr lang="en-US" dirty="0"/>
          </a:p>
        </p:txBody>
      </p:sp>
      <p:pic>
        <p:nvPicPr>
          <p:cNvPr id="5" name="Picture 4" descr="A computer screen shot of a white rectangle&#10;&#10;Description automatically generated">
            <a:extLst>
              <a:ext uri="{FF2B5EF4-FFF2-40B4-BE49-F238E27FC236}">
                <a16:creationId xmlns:a16="http://schemas.microsoft.com/office/drawing/2014/main" id="{C6842A5E-2528-D98C-6270-EDE598ED9FA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6100" y="2836264"/>
            <a:ext cx="5283200" cy="2078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41920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1091F7-D7FE-B7C7-ECC9-B0913A5420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273" y="-168576"/>
            <a:ext cx="10131425" cy="1456267"/>
          </a:xfrm>
        </p:spPr>
        <p:txBody>
          <a:bodyPr>
            <a:normAutofit/>
          </a:bodyPr>
          <a:lstStyle/>
          <a:p>
            <a:pPr algn="ctr"/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Game 5: Pacman chase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EEEF44-59CE-0CD3-1830-0756147089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8416" y="1208560"/>
            <a:ext cx="6612177" cy="5208643"/>
          </a:xfrm>
        </p:spPr>
        <p:txBody>
          <a:bodyPr>
            <a:no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Purpose: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technical centerpiece. It demonstrates real-time hardware interaction, collision detection, and automated enemy intelligence.</a:t>
            </a:r>
          </a:p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Functions &amp; Logic: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curses.initscr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(): Initializes the terminal into "window mode" to allow for coordinate-based graphics rather than scrolling text.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BFS Algorithm (Breadth-First Search):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 custom function that calculates the shortest path from the ghost to the player's coordinates through the maze.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stdscr.nodelay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(True): Sets the terminal to "non-blocking" mode, allowing the game loop (and ghosts) to keep moving even if no key is pressed.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stdscr.getch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(): Captures real-time keyboard hits (Arrow keys) to update the player's X and Y coordinates on the grid.</a:t>
            </a:r>
          </a:p>
        </p:txBody>
      </p:sp>
      <p:pic>
        <p:nvPicPr>
          <p:cNvPr id="5" name="Picture 4" descr="A screenshot of a video game&#10;&#10;Description automatically generated">
            <a:extLst>
              <a:ext uri="{FF2B5EF4-FFF2-40B4-BE49-F238E27FC236}">
                <a16:creationId xmlns:a16="http://schemas.microsoft.com/office/drawing/2014/main" id="{81416DA2-DC09-9569-B382-55C94415C21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6900" y="1287691"/>
            <a:ext cx="4775200" cy="46632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21531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ED0974-5987-8EC9-A700-71FE800283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84710" y="-131927"/>
            <a:ext cx="10131425" cy="1567542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to Play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664E147-D470-1389-2F36-433AAF6F769D}"/>
              </a:ext>
            </a:extLst>
          </p:cNvPr>
          <p:cNvSpPr txBox="1"/>
          <p:nvPr/>
        </p:nvSpPr>
        <p:spPr>
          <a:xfrm>
            <a:off x="1030287" y="1212456"/>
            <a:ext cx="1014548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Ensure that all raspberry </a:t>
            </a: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pis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on the same network and that python is installed on hardware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Launch the game (host): open the terminal and navigate to the game folder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launch the game (player): open the terminal and navigate to the game folder. When prompted type the host’s IP address to join the game.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pic>
        <p:nvPicPr>
          <p:cNvPr id="6" name="Picture 5" descr="A screenshot of a computer&#10;&#10;Description automatically generated">
            <a:extLst>
              <a:ext uri="{FF2B5EF4-FFF2-40B4-BE49-F238E27FC236}">
                <a16:creationId xmlns:a16="http://schemas.microsoft.com/office/drawing/2014/main" id="{95F0092F-5033-01B6-0E1A-84652676E03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5167" y="3207631"/>
            <a:ext cx="7772400" cy="172573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B99C1B7-3F86-6417-7E94-38C1B4983679}"/>
              </a:ext>
            </a:extLst>
          </p:cNvPr>
          <p:cNvSpPr txBox="1"/>
          <p:nvPr/>
        </p:nvSpPr>
        <p:spPr>
          <a:xfrm>
            <a:off x="968741" y="4933367"/>
            <a:ext cx="952613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5. Let’s play!</a:t>
            </a:r>
          </a:p>
        </p:txBody>
      </p:sp>
    </p:spTree>
    <p:extLst>
      <p:ext uri="{BB962C8B-B14F-4D97-AF65-F5344CB8AC3E}">
        <p14:creationId xmlns:p14="http://schemas.microsoft.com/office/powerpoint/2010/main" val="155990281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6476F"/>
      </a:dk2>
      <a:lt2>
        <a:srgbClr val="EBEBEB"/>
      </a:lt2>
      <a:accent1>
        <a:srgbClr val="E5B458"/>
      </a:accent1>
      <a:accent2>
        <a:srgbClr val="F77754"/>
      </a:accent2>
      <a:accent3>
        <a:srgbClr val="D8507E"/>
      </a:accent3>
      <a:accent4>
        <a:srgbClr val="BC70EE"/>
      </a:accent4>
      <a:accent5>
        <a:srgbClr val="3CA2E2"/>
      </a:accent5>
      <a:accent6>
        <a:srgbClr val="91BF77"/>
      </a:accent6>
      <a:hlink>
        <a:srgbClr val="71DDAB"/>
      </a:hlink>
      <a:folHlink>
        <a:srgbClr val="A6E4C7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B36E0D05-787B-4C61-8268-2D6C1FBEDA3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Celestial</Template>
  <TotalTime>7128</TotalTime>
  <Words>837</Words>
  <Application>Microsoft Macintosh PowerPoint</Application>
  <PresentationFormat>Widescreen</PresentationFormat>
  <Paragraphs>47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Times New Roman</vt:lpstr>
      <vt:lpstr>Celestial</vt:lpstr>
      <vt:lpstr>PowerPoint Presentation</vt:lpstr>
      <vt:lpstr>How the system operates</vt:lpstr>
      <vt:lpstr>Game 1: Heads or Tails</vt:lpstr>
      <vt:lpstr>Game 2: Rock, Paper, Scissors</vt:lpstr>
      <vt:lpstr>Game 3: Number Guessing Game</vt:lpstr>
      <vt:lpstr>GAME 4: Snake </vt:lpstr>
      <vt:lpstr>Game 5: Pacman chase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Gabrielle Panuelos</dc:creator>
  <cp:lastModifiedBy>Gabrielle Panuelos</cp:lastModifiedBy>
  <cp:revision>5</cp:revision>
  <dcterms:created xsi:type="dcterms:W3CDTF">2026-04-28T13:36:38Z</dcterms:created>
  <dcterms:modified xsi:type="dcterms:W3CDTF">2026-05-05T22:43:52Z</dcterms:modified>
</cp:coreProperties>
</file>